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 /><Relationship Id="rId41" Type="http://schemas.openxmlformats.org/officeDocument/2006/relationships/tableStyles" Target="tableStyles.xml" /><Relationship Id="rId4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7846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887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934003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3102607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1442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04055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7486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3580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8660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256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5274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1342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4FA590-B36C-5852-99DC-1ACAB76C86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805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753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828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8A2743-AB8F-DE8E-6068-0C872480BE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7188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1625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0638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4920FF-1D6E-2A37-366B-6F9E3C25E94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431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1041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744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0D0C7-BB56-41FE-F3BE-40C787738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935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9940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7164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ED737-5D3A-8A1C-791A-E9EACD5FC7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4439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6006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683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0CDEC-BC08-EC90-8AB5-C3CAA2ED105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6302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56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5682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91B656-A3B6-D3A1-8ECE-00CA5F6AD2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5501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1907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428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7C1C19-4EB9-1F32-C3C1-81F2EA9534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3104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257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1547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355805-A431-B2C7-AF97-2C7F77ACEE6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5478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1460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1055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53F659-89A3-A5E3-7186-CE6B0E3B3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4465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187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5530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418E38-BC5C-A7E7-C9D1-1CEA4F81F4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58709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0810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285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4FA880-70F3-E4DD-3DEB-8F2A76120B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060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4347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5022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3BF105-0F75-33D5-3C80-7564CEE0F2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635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3969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0504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BA4F7F-D138-510A-CA61-6FF625036F5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7909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9632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8708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61EEAA-33CE-4AF0-D9B8-97372A9CAD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4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286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5411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893D98-C655-2106-7962-93435F29017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774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251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20533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F1161A-AE46-2F64-D8AA-9E2948F2DF7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053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9277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87891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CFEC82-7FF2-92E6-AC49-86FB2985B2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3961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2999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1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0D72F4-0B55-A5CE-30C2-14ACA61E91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382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318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3836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6AB0C0-C366-3B55-D46D-41B6625528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6072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2499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588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F3A09C-D99E-0B86-B135-F9A1460DBC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7183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3440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50421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D8D815-7D8C-BFEA-E9C8-256D4617517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7733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0712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31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F0C804-CD3E-81D1-F1B5-4F5437072F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358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5175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20324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1A440-E8C8-8B2F-905E-82A7AF18B1C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6324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7465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14573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76D671-1F9B-AB4A-DA1F-D8C7E1597D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3288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1703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4848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7927C-039E-344D-C977-118D77ACA54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701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3648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8827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2ECA57-E2BE-3909-57DB-A88A64807A6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5516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021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4583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3E07CE-7925-FA11-4AB0-D5E24E4DD6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708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394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317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4F5C0D-7AE0-C000-E379-18A2FA79DE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7834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3708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8312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B0901A-81D6-C219-20B3-A91FFA49B56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5591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0385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172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216A8E-1BB8-BA49-3123-7CDB58715F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673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193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7920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416DE-2FC1-90AD-BFD8-4E8E1D441B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978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130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16537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96AA51-869C-28F8-EC8D-55BB6346E9B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12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960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59858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F1C021-79F6-5E92-6A06-2B4D9F6F54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71386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441466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719810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45881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83542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3621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32307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6167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818753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24896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66261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83635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88186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802397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3189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4720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428689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61293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21620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19232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0498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03751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41428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24391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705036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88408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54287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650785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362229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1956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869697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354930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14009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16305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18184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36577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44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860330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43243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30752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49259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43356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7939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080449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612018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50356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916768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5790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6959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055549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52400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12185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41290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3391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662611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45941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95296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85363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96453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76097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582691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35106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196514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33740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2886521" y="2492771"/>
            <a:ext cx="461178" cy="459376"/>
          </a:xfrm>
          <a:prstGeom prst="rect">
            <a:avLst/>
          </a:prstGeom>
        </p:spPr>
      </p:pic>
      <p:sp>
        <p:nvSpPr>
          <p:cNvPr id="809022447" name=""/>
          <p:cNvSpPr txBox="1"/>
          <p:nvPr/>
        </p:nvSpPr>
        <p:spPr bwMode="auto">
          <a:xfrm rot="0" flipH="0" flipV="0">
            <a:off x="2717896" y="2304027"/>
            <a:ext cx="6512268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latin typeface="Nanum Pen Script"/>
                <a:ea typeface="Nanum Pen Script"/>
                <a:cs typeface="Nanum Pen Script"/>
              </a:rPr>
              <a:t>Python - Simple. Puissant. Incontournable</a:t>
            </a:r>
            <a:endParaRPr sz="4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3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33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905624" name=""/>
          <p:cNvSpPr/>
          <p:nvPr/>
        </p:nvSpPr>
        <p:spPr bwMode="auto">
          <a:xfrm rot="0" flipH="0" flipV="0">
            <a:off x="-11635652" y="538369"/>
            <a:ext cx="11554238" cy="24847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6021505" name=""/>
          <p:cNvSpPr txBox="1"/>
          <p:nvPr/>
        </p:nvSpPr>
        <p:spPr bwMode="auto">
          <a:xfrm rot="0" flipH="0" flipV="0">
            <a:off x="3714781" y="3429000"/>
            <a:ext cx="4810986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Nanum Pen Script"/>
                <a:ea typeface="Nanum Pen Script"/>
                <a:cs typeface="Nanum Pen Script"/>
              </a:rPr>
              <a:t>De sa philosophie a ses usages dans le monde reel</a:t>
            </a:r>
            <a:endParaRPr sz="3600">
              <a:latin typeface="Nanum Pen Script"/>
              <a:cs typeface="Nanum Pen Script"/>
            </a:endParaRPr>
          </a:p>
        </p:txBody>
      </p:sp>
      <p:pic>
        <p:nvPicPr>
          <p:cNvPr id="21023102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0540880" flipH="0" flipV="1">
            <a:off x="2886520" y="1733531"/>
            <a:ext cx="461178" cy="459376"/>
          </a:xfrm>
          <a:prstGeom prst="rect">
            <a:avLst/>
          </a:prstGeom>
        </p:spPr>
      </p:pic>
      <p:sp>
        <p:nvSpPr>
          <p:cNvPr id="11598254" name=""/>
          <p:cNvSpPr txBox="1"/>
          <p:nvPr/>
        </p:nvSpPr>
        <p:spPr bwMode="auto">
          <a:xfrm rot="0" flipH="0" flipV="0">
            <a:off x="2717896" y="1526607"/>
            <a:ext cx="6512268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latin typeface="Nanum Pen Script"/>
                <a:ea typeface="Nanum Pen Script"/>
                <a:cs typeface="Nanum Pen Script"/>
              </a:rPr>
              <a:t>Python - Simple. Puissant. Incontournable</a:t>
            </a:r>
            <a:endParaRPr sz="4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0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50"/>
                                        <p:tgtEl>
                                          <p:spTgt spid="2066021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066021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50" fill="hold"/>
                                        <p:tgtEl>
                                          <p:spTgt spid="2066021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994133" name=""/>
          <p:cNvSpPr txBox="1"/>
          <p:nvPr/>
        </p:nvSpPr>
        <p:spPr bwMode="auto">
          <a:xfrm rot="0" flipH="0" flipV="0">
            <a:off x="3714781" y="3429000"/>
            <a:ext cx="4810627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atin typeface="Nanum Pen Script"/>
                <a:ea typeface="Nanum Pen Script"/>
                <a:cs typeface="Nanum Pen Script"/>
              </a:rPr>
              <a:t>De sa philosophie a ses usages dans le monde reel</a:t>
            </a:r>
            <a:endParaRPr sz="3600">
              <a:latin typeface="Nanum Pen Script"/>
              <a:cs typeface="Nanum Pen Script"/>
            </a:endParaRPr>
          </a:p>
        </p:txBody>
      </p:sp>
      <p:sp>
        <p:nvSpPr>
          <p:cNvPr id="1621448397" name=""/>
          <p:cNvSpPr/>
          <p:nvPr/>
        </p:nvSpPr>
        <p:spPr bwMode="auto">
          <a:xfrm rot="0" flipH="0" flipV="0">
            <a:off x="-95217" y="538369"/>
            <a:ext cx="11554238" cy="24847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54720" name=""/>
          <p:cNvSpPr/>
          <p:nvPr/>
        </p:nvSpPr>
        <p:spPr bwMode="auto">
          <a:xfrm rot="0" flipH="0" flipV="0">
            <a:off x="11196739" y="538369"/>
            <a:ext cx="262282" cy="86139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9040657" name=""/>
          <p:cNvSpPr txBox="1"/>
          <p:nvPr/>
        </p:nvSpPr>
        <p:spPr bwMode="auto">
          <a:xfrm rot="0" flipH="0" flipV="0">
            <a:off x="1669117" y="8835722"/>
            <a:ext cx="8608746" cy="3993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5600">
                <a:latin typeface="Nanum Pen Script"/>
                <a:ea typeface="Nanum Pen Script"/>
                <a:cs typeface="Nanum Pen Script"/>
              </a:rPr>
              <a:t>PLAN</a:t>
            </a:r>
            <a:endParaRPr sz="25600">
              <a:latin typeface="Nanum Pen Script"/>
              <a:cs typeface="Nanum Pen Script"/>
            </a:endParaRPr>
          </a:p>
        </p:txBody>
      </p:sp>
      <p:pic>
        <p:nvPicPr>
          <p:cNvPr id="14183011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20540880" flipH="0" flipV="1">
            <a:off x="2886520" y="1733530"/>
            <a:ext cx="461178" cy="459376"/>
          </a:xfrm>
          <a:prstGeom prst="rect">
            <a:avLst/>
          </a:prstGeom>
        </p:spPr>
      </p:pic>
      <p:sp>
        <p:nvSpPr>
          <p:cNvPr id="10323225" name=""/>
          <p:cNvSpPr txBox="1"/>
          <p:nvPr/>
        </p:nvSpPr>
        <p:spPr bwMode="auto">
          <a:xfrm rot="0" flipH="0" flipV="0">
            <a:off x="2717896" y="1526607"/>
            <a:ext cx="6511909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>
                <a:latin typeface="Nanum Pen Script"/>
                <a:ea typeface="Nanum Pen Script"/>
                <a:cs typeface="Nanum Pen Script"/>
              </a:rPr>
              <a:t>Python - Simple. Puissant. Incontournable</a:t>
            </a:r>
            <a:endParaRPr sz="4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5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500"/>
                                        <p:tgtEl>
                                          <p:spTgt spid="5855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0998" name=""/>
          <p:cNvSpPr txBox="1"/>
          <p:nvPr/>
        </p:nvSpPr>
        <p:spPr bwMode="auto">
          <a:xfrm rot="0" flipH="0" flipV="0">
            <a:off x="1669117" y="829201"/>
            <a:ext cx="8608387" cy="3993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5600">
                <a:latin typeface="Nanum Pen Script"/>
                <a:ea typeface="Nanum Pen Script"/>
                <a:cs typeface="Nanum Pen Script"/>
              </a:rPr>
              <a:t>PLAN</a:t>
            </a:r>
            <a:endParaRPr sz="25600">
              <a:latin typeface="Nanum Pen Script"/>
              <a:cs typeface="Nanum Pen Script"/>
            </a:endParaRPr>
          </a:p>
        </p:txBody>
      </p:sp>
      <p:sp>
        <p:nvSpPr>
          <p:cNvPr id="2064385686" name=""/>
          <p:cNvSpPr/>
          <p:nvPr/>
        </p:nvSpPr>
        <p:spPr bwMode="auto">
          <a:xfrm rot="0" flipH="0" flipV="0">
            <a:off x="-95215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2089234" name=""/>
          <p:cNvSpPr/>
          <p:nvPr/>
        </p:nvSpPr>
        <p:spPr bwMode="auto">
          <a:xfrm rot="0" flipH="0" flipV="0">
            <a:off x="11196738" y="-241576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 advTm="1000">
        <p159:morph option="byObject"/>
      </p:transition>
    </mc:Choice>
    <mc:Fallback>
      <p:transition spd="med" advClick="1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38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206438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754096" name=""/>
          <p:cNvSpPr txBox="1"/>
          <p:nvPr/>
        </p:nvSpPr>
        <p:spPr bwMode="auto">
          <a:xfrm rot="0" flipH="0" flipV="0">
            <a:off x="12961073" y="829201"/>
            <a:ext cx="8608387" cy="3993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5600">
                <a:latin typeface="Nanum Pen Script"/>
                <a:ea typeface="Nanum Pen Script"/>
                <a:cs typeface="Nanum Pen Script"/>
              </a:rPr>
              <a:t>PLAN</a:t>
            </a:r>
            <a:endParaRPr sz="25600">
              <a:latin typeface="Nanum Pen Script"/>
              <a:cs typeface="Nanum Pen Script"/>
            </a:endParaRPr>
          </a:p>
        </p:txBody>
      </p:sp>
      <p:sp>
        <p:nvSpPr>
          <p:cNvPr id="1972643892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740180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8297470" name=""/>
          <p:cNvSpPr/>
          <p:nvPr/>
        </p:nvSpPr>
        <p:spPr bwMode="auto">
          <a:xfrm rot="0" flipH="0" flipV="0">
            <a:off x="6062608" y="829201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248916079" name=""/>
          <p:cNvSpPr/>
          <p:nvPr/>
        </p:nvSpPr>
        <p:spPr bwMode="auto">
          <a:xfrm rot="0" flipH="0" flipV="0">
            <a:off x="6062608" y="1988767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644423967" name=""/>
          <p:cNvSpPr/>
          <p:nvPr/>
        </p:nvSpPr>
        <p:spPr bwMode="auto">
          <a:xfrm rot="0" flipH="0" flipV="0">
            <a:off x="6062608" y="3148332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804864666" name=""/>
          <p:cNvSpPr/>
          <p:nvPr/>
        </p:nvSpPr>
        <p:spPr bwMode="auto">
          <a:xfrm rot="0" flipH="0" flipV="0">
            <a:off x="6062608" y="4307897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921921284" name=""/>
          <p:cNvSpPr/>
          <p:nvPr/>
        </p:nvSpPr>
        <p:spPr bwMode="auto">
          <a:xfrm rot="0" flipH="0" flipV="0">
            <a:off x="6062608" y="5467463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2065526754" name=""/>
          <p:cNvSpPr/>
          <p:nvPr/>
        </p:nvSpPr>
        <p:spPr bwMode="auto">
          <a:xfrm rot="0" flipH="0" flipV="0">
            <a:off x="22488694" y="-241576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4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74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497994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311001610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184990797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459211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049898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662603" name=""/>
          <p:cNvSpPr/>
          <p:nvPr/>
        </p:nvSpPr>
        <p:spPr bwMode="auto">
          <a:xfrm rot="0" flipH="0" flipV="0">
            <a:off x="6062608" y="1988767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000766425" name=""/>
          <p:cNvSpPr/>
          <p:nvPr/>
        </p:nvSpPr>
        <p:spPr bwMode="auto">
          <a:xfrm rot="0" flipH="0" flipV="0">
            <a:off x="6062608" y="3148332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44435400" name=""/>
          <p:cNvSpPr/>
          <p:nvPr/>
        </p:nvSpPr>
        <p:spPr bwMode="auto">
          <a:xfrm rot="0" flipH="0" flipV="0">
            <a:off x="6062608" y="4307897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942790936" name=""/>
          <p:cNvSpPr/>
          <p:nvPr/>
        </p:nvSpPr>
        <p:spPr bwMode="auto">
          <a:xfrm rot="0" flipH="0" flipV="0">
            <a:off x="6062608" y="5467463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208716796" name=""/>
          <p:cNvSpPr/>
          <p:nvPr/>
        </p:nvSpPr>
        <p:spPr bwMode="auto">
          <a:xfrm rot="0" flipH="0" flipV="0">
            <a:off x="3977607" y="829200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/>
          </a:p>
        </p:txBody>
      </p:sp>
      <p:sp>
        <p:nvSpPr>
          <p:cNvPr id="236633588" name=""/>
          <p:cNvSpPr txBox="1"/>
          <p:nvPr/>
        </p:nvSpPr>
        <p:spPr bwMode="auto">
          <a:xfrm rot="0" flipH="0" flipV="0">
            <a:off x="4280760" y="950525"/>
            <a:ext cx="4377058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3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3663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171807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773076839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643940552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6453035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399183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0097531" name=""/>
          <p:cNvSpPr/>
          <p:nvPr/>
        </p:nvSpPr>
        <p:spPr bwMode="auto">
          <a:xfrm rot="0" flipH="0" flipV="0">
            <a:off x="6062608" y="3148332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167103630" name=""/>
          <p:cNvSpPr/>
          <p:nvPr/>
        </p:nvSpPr>
        <p:spPr bwMode="auto">
          <a:xfrm rot="0" flipH="0" flipV="0">
            <a:off x="6062608" y="4307897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211507963" name=""/>
          <p:cNvSpPr/>
          <p:nvPr/>
        </p:nvSpPr>
        <p:spPr bwMode="auto">
          <a:xfrm rot="0" flipH="0" flipV="0">
            <a:off x="6062608" y="5467463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203079530" name=""/>
          <p:cNvSpPr/>
          <p:nvPr/>
        </p:nvSpPr>
        <p:spPr bwMode="auto">
          <a:xfrm rot="0" flipH="0" flipV="0">
            <a:off x="3977607" y="829200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866556556" name=""/>
          <p:cNvSpPr/>
          <p:nvPr/>
        </p:nvSpPr>
        <p:spPr bwMode="auto">
          <a:xfrm rot="0" flipH="0" flipV="0">
            <a:off x="3977607" y="1988766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/>
          </a:p>
        </p:txBody>
      </p:sp>
      <p:sp>
        <p:nvSpPr>
          <p:cNvPr id="1124298126" name=""/>
          <p:cNvSpPr txBox="1"/>
          <p:nvPr/>
        </p:nvSpPr>
        <p:spPr bwMode="auto">
          <a:xfrm rot="0" flipH="0" flipV="0">
            <a:off x="4280760" y="2110091"/>
            <a:ext cx="43784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29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2429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52889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2012729511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985910306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0122249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515462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0548798" name=""/>
          <p:cNvSpPr/>
          <p:nvPr/>
        </p:nvSpPr>
        <p:spPr bwMode="auto">
          <a:xfrm rot="0" flipH="0" flipV="0">
            <a:off x="6062608" y="4307897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977662672" name=""/>
          <p:cNvSpPr/>
          <p:nvPr/>
        </p:nvSpPr>
        <p:spPr bwMode="auto">
          <a:xfrm rot="0" flipH="0" flipV="0">
            <a:off x="6062608" y="5467463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776368814" name=""/>
          <p:cNvSpPr/>
          <p:nvPr/>
        </p:nvSpPr>
        <p:spPr bwMode="auto">
          <a:xfrm rot="0" flipH="0" flipV="0">
            <a:off x="3977607" y="829200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453179425" name=""/>
          <p:cNvSpPr/>
          <p:nvPr/>
        </p:nvSpPr>
        <p:spPr bwMode="auto">
          <a:xfrm rot="0" flipH="0" flipV="0">
            <a:off x="3977607" y="1988766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52626379" name=""/>
          <p:cNvSpPr/>
          <p:nvPr/>
        </p:nvSpPr>
        <p:spPr bwMode="auto">
          <a:xfrm rot="0" flipH="0" flipV="0">
            <a:off x="3977607" y="3148331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471773941" name=""/>
          <p:cNvSpPr txBox="1"/>
          <p:nvPr/>
        </p:nvSpPr>
        <p:spPr bwMode="auto">
          <a:xfrm rot="0" flipH="0" flipV="0">
            <a:off x="4280760" y="3300136"/>
            <a:ext cx="437921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2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2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2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77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47177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421101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552082273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432960202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598912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429041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221227" name=""/>
          <p:cNvSpPr/>
          <p:nvPr/>
        </p:nvSpPr>
        <p:spPr bwMode="auto">
          <a:xfrm rot="0" flipH="0" flipV="0">
            <a:off x="6062608" y="5467463"/>
            <a:ext cx="70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504410535" name=""/>
          <p:cNvSpPr/>
          <p:nvPr/>
        </p:nvSpPr>
        <p:spPr bwMode="auto">
          <a:xfrm rot="0" flipH="0" flipV="0">
            <a:off x="3977607" y="829200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677594008" name=""/>
          <p:cNvSpPr/>
          <p:nvPr/>
        </p:nvSpPr>
        <p:spPr bwMode="auto">
          <a:xfrm rot="0" flipH="0" flipV="0">
            <a:off x="3977607" y="1988766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717196348" name=""/>
          <p:cNvSpPr/>
          <p:nvPr/>
        </p:nvSpPr>
        <p:spPr bwMode="auto">
          <a:xfrm rot="0" flipH="0" flipV="0">
            <a:off x="3977607" y="3148331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718041238" name=""/>
          <p:cNvSpPr/>
          <p:nvPr/>
        </p:nvSpPr>
        <p:spPr bwMode="auto">
          <a:xfrm rot="0" flipH="0" flipV="0">
            <a:off x="3977607" y="4307896"/>
            <a:ext cx="4872933" cy="730688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852892685" name=""/>
          <p:cNvSpPr txBox="1"/>
          <p:nvPr/>
        </p:nvSpPr>
        <p:spPr bwMode="auto">
          <a:xfrm rot="0" flipH="0" flipV="0">
            <a:off x="4225365" y="4429221"/>
            <a:ext cx="43784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89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85289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870032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651099753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329436663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3555920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3521712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156531" name=""/>
          <p:cNvSpPr/>
          <p:nvPr/>
        </p:nvSpPr>
        <p:spPr bwMode="auto">
          <a:xfrm rot="0" flipH="0" flipV="0">
            <a:off x="3977608" y="82920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81562812" name=""/>
          <p:cNvSpPr/>
          <p:nvPr/>
        </p:nvSpPr>
        <p:spPr bwMode="auto">
          <a:xfrm rot="0" flipH="0" flipV="0">
            <a:off x="3977608" y="1988767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039083689" name=""/>
          <p:cNvSpPr/>
          <p:nvPr/>
        </p:nvSpPr>
        <p:spPr bwMode="auto">
          <a:xfrm rot="0" flipH="0" flipV="0">
            <a:off x="3977608" y="3148332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769329631" name=""/>
          <p:cNvSpPr/>
          <p:nvPr/>
        </p:nvSpPr>
        <p:spPr bwMode="auto">
          <a:xfrm rot="0" flipH="0" flipV="0">
            <a:off x="3977608" y="4307897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369231937" name=""/>
          <p:cNvSpPr/>
          <p:nvPr/>
        </p:nvSpPr>
        <p:spPr bwMode="auto">
          <a:xfrm rot="0" flipH="0" flipV="0">
            <a:off x="3977608" y="546746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976700506" name=""/>
          <p:cNvSpPr txBox="1"/>
          <p:nvPr/>
        </p:nvSpPr>
        <p:spPr bwMode="auto">
          <a:xfrm rot="0" flipH="0" flipV="0">
            <a:off x="4219426" y="5588787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70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7670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392016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246044837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141706296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4592032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4916236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606066" name=""/>
          <p:cNvSpPr/>
          <p:nvPr/>
        </p:nvSpPr>
        <p:spPr bwMode="auto">
          <a:xfrm rot="0" flipH="0" flipV="0">
            <a:off x="3659532" y="365344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01715722" name=""/>
          <p:cNvSpPr/>
          <p:nvPr/>
        </p:nvSpPr>
        <p:spPr bwMode="auto">
          <a:xfrm rot="0" flipH="0" flipV="0">
            <a:off x="4280760" y="8269745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734295419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357054316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344545940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354935500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4621217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150401" y="2675436"/>
            <a:ext cx="1891196" cy="188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93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4935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12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6212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366399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5018928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638728742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0867482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471629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751276" name=""/>
          <p:cNvSpPr/>
          <p:nvPr/>
        </p:nvSpPr>
        <p:spPr bwMode="auto">
          <a:xfrm rot="0" flipH="0" flipV="0">
            <a:off x="3659532" y="365344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988318258" name=""/>
          <p:cNvSpPr/>
          <p:nvPr/>
        </p:nvSpPr>
        <p:spPr bwMode="auto">
          <a:xfrm rot="0" flipH="0" flipV="0">
            <a:off x="4280760" y="8269745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892786078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754668950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983246808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928840309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3718619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3259205" y="2675436"/>
            <a:ext cx="1891196" cy="1883810"/>
          </a:xfrm>
          <a:prstGeom prst="rect">
            <a:avLst/>
          </a:prstGeom>
        </p:spPr>
      </p:pic>
      <p:sp>
        <p:nvSpPr>
          <p:cNvPr id="508041942" name=""/>
          <p:cNvSpPr txBox="1"/>
          <p:nvPr/>
        </p:nvSpPr>
        <p:spPr bwMode="auto">
          <a:xfrm rot="0" flipH="0" flipV="0">
            <a:off x="5209371" y="3876601"/>
            <a:ext cx="400565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Simple et Pratique</a:t>
            </a:r>
            <a:endParaRPr sz="2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04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0804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160376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50542901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635274964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710600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7453610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0310233" name=""/>
          <p:cNvSpPr/>
          <p:nvPr/>
        </p:nvSpPr>
        <p:spPr bwMode="auto">
          <a:xfrm rot="0" flipH="0" flipV="0">
            <a:off x="3659532" y="365344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907353698" name=""/>
          <p:cNvSpPr/>
          <p:nvPr/>
        </p:nvSpPr>
        <p:spPr bwMode="auto">
          <a:xfrm rot="0" flipH="0" flipV="0">
            <a:off x="4280760" y="8269745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727973278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99823161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973603891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663242430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6768519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3259205" y="2675436"/>
            <a:ext cx="1891196" cy="1883810"/>
          </a:xfrm>
          <a:prstGeom prst="rect">
            <a:avLst/>
          </a:prstGeom>
        </p:spPr>
      </p:pic>
      <p:sp>
        <p:nvSpPr>
          <p:cNvPr id="430286536" name=""/>
          <p:cNvSpPr txBox="1"/>
          <p:nvPr/>
        </p:nvSpPr>
        <p:spPr bwMode="auto">
          <a:xfrm rot="0" flipH="0" flipV="0">
            <a:off x="5219456" y="4040727"/>
            <a:ext cx="400925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Polyvalent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1211348911" name=""/>
          <p:cNvSpPr txBox="1"/>
          <p:nvPr/>
        </p:nvSpPr>
        <p:spPr bwMode="auto">
          <a:xfrm rot="0" flipH="0" flipV="0">
            <a:off x="5219456" y="3522207"/>
            <a:ext cx="400565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Simple et Pratique</a:t>
            </a:r>
            <a:endParaRPr sz="2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43028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202737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61704529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927084133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709755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4447347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4542623" name=""/>
          <p:cNvSpPr/>
          <p:nvPr/>
        </p:nvSpPr>
        <p:spPr bwMode="auto">
          <a:xfrm rot="0" flipH="0" flipV="0">
            <a:off x="3659532" y="365344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801921854" name=""/>
          <p:cNvSpPr/>
          <p:nvPr/>
        </p:nvSpPr>
        <p:spPr bwMode="auto">
          <a:xfrm rot="0" flipH="0" flipV="0">
            <a:off x="4280760" y="8269745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079301584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356704096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130840797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991423273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5947101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3259205" y="2675436"/>
            <a:ext cx="1891196" cy="1883810"/>
          </a:xfrm>
          <a:prstGeom prst="rect">
            <a:avLst/>
          </a:prstGeom>
        </p:spPr>
      </p:pic>
      <p:sp>
        <p:nvSpPr>
          <p:cNvPr id="549982906" name=""/>
          <p:cNvSpPr txBox="1"/>
          <p:nvPr/>
        </p:nvSpPr>
        <p:spPr bwMode="auto">
          <a:xfrm rot="0" flipH="0" flipV="0">
            <a:off x="5229175" y="4040727"/>
            <a:ext cx="401033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Nanum Pen Script"/>
                <a:ea typeface="Nanum Pen Script"/>
                <a:cs typeface="Nanum Pen Script"/>
              </a:rPr>
              <a:t>Haute Demande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1200995257" name=""/>
          <p:cNvSpPr txBox="1"/>
          <p:nvPr/>
        </p:nvSpPr>
        <p:spPr bwMode="auto">
          <a:xfrm rot="0" flipH="0" flipV="0">
            <a:off x="5219456" y="3003687"/>
            <a:ext cx="400565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Simple et Pratique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3527430" name=""/>
          <p:cNvSpPr txBox="1"/>
          <p:nvPr/>
        </p:nvSpPr>
        <p:spPr bwMode="auto">
          <a:xfrm rot="0" flipH="0" flipV="0">
            <a:off x="5229175" y="3522207"/>
            <a:ext cx="401897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Polyvalent</a:t>
            </a:r>
            <a:endParaRPr sz="2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8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4998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73159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721284390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80513969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168805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8133626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612872" name=""/>
          <p:cNvSpPr/>
          <p:nvPr/>
        </p:nvSpPr>
        <p:spPr bwMode="auto">
          <a:xfrm rot="0" flipH="0" flipV="0">
            <a:off x="3659532" y="365344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274683500" name=""/>
          <p:cNvSpPr/>
          <p:nvPr/>
        </p:nvSpPr>
        <p:spPr bwMode="auto">
          <a:xfrm rot="0" flipH="0" flipV="0">
            <a:off x="4280760" y="8269745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34091769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503554272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157570873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123820036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8367806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3259205" y="2675436"/>
            <a:ext cx="1891196" cy="1883810"/>
          </a:xfrm>
          <a:prstGeom prst="rect">
            <a:avLst/>
          </a:prstGeom>
        </p:spPr>
      </p:pic>
      <p:sp>
        <p:nvSpPr>
          <p:cNvPr id="550702219" name=""/>
          <p:cNvSpPr txBox="1"/>
          <p:nvPr/>
        </p:nvSpPr>
        <p:spPr bwMode="auto">
          <a:xfrm rot="0" flipH="0" flipV="0">
            <a:off x="5219456" y="4135861"/>
            <a:ext cx="401897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Nanum Pen Script"/>
                <a:ea typeface="Nanum Pen Script"/>
                <a:cs typeface="Nanum Pen Script"/>
              </a:rPr>
              <a:t>Multitude de ressources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362424096" name=""/>
          <p:cNvSpPr txBox="1"/>
          <p:nvPr/>
        </p:nvSpPr>
        <p:spPr bwMode="auto">
          <a:xfrm rot="0" flipH="0" flipV="0">
            <a:off x="5232776" y="2675436"/>
            <a:ext cx="400565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Simple et Pratique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413803830" name=""/>
          <p:cNvSpPr txBox="1"/>
          <p:nvPr/>
        </p:nvSpPr>
        <p:spPr bwMode="auto">
          <a:xfrm rot="0" flipH="0" flipV="0">
            <a:off x="5232776" y="3098821"/>
            <a:ext cx="401897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Polyvalent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823633004" name=""/>
          <p:cNvSpPr txBox="1"/>
          <p:nvPr/>
        </p:nvSpPr>
        <p:spPr bwMode="auto">
          <a:xfrm rot="0" flipH="0" flipV="0">
            <a:off x="5232776" y="3617341"/>
            <a:ext cx="401033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Nanum Pen Script"/>
                <a:ea typeface="Nanum Pen Script"/>
                <a:cs typeface="Nanum Pen Script"/>
              </a:rPr>
              <a:t>Haute Demande</a:t>
            </a:r>
            <a:endParaRPr sz="2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70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500"/>
                                        <p:tgtEl>
                                          <p:spTgt spid="55070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902585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61414348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5471248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839330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526811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4221485" name=""/>
          <p:cNvSpPr/>
          <p:nvPr/>
        </p:nvSpPr>
        <p:spPr bwMode="auto">
          <a:xfrm rot="0" flipH="0" flipV="0">
            <a:off x="3659532" y="365344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701315129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531430204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18756580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4016497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0050160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3259205" y="2675436"/>
            <a:ext cx="1891196" cy="1883810"/>
          </a:xfrm>
          <a:prstGeom prst="rect">
            <a:avLst/>
          </a:prstGeom>
        </p:spPr>
      </p:pic>
      <p:sp>
        <p:nvSpPr>
          <p:cNvPr id="642515171" name=""/>
          <p:cNvSpPr txBox="1"/>
          <p:nvPr/>
        </p:nvSpPr>
        <p:spPr bwMode="auto">
          <a:xfrm rot="0" flipH="0" flipV="0">
            <a:off x="5219456" y="4135861"/>
            <a:ext cx="401897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Nanum Pen Script"/>
                <a:ea typeface="Nanum Pen Script"/>
                <a:cs typeface="Nanum Pen Script"/>
              </a:rPr>
              <a:t>Multitude de ressources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1503044487" name=""/>
          <p:cNvSpPr txBox="1"/>
          <p:nvPr/>
        </p:nvSpPr>
        <p:spPr bwMode="auto">
          <a:xfrm rot="0" flipH="0" flipV="0">
            <a:off x="5232776" y="2675436"/>
            <a:ext cx="400565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Simple et Pratique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1888194510" name=""/>
          <p:cNvSpPr txBox="1"/>
          <p:nvPr/>
        </p:nvSpPr>
        <p:spPr bwMode="auto">
          <a:xfrm rot="0" flipH="0" flipV="0">
            <a:off x="5232776" y="3098821"/>
            <a:ext cx="401897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Polyvalent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2038526066" name=""/>
          <p:cNvSpPr txBox="1"/>
          <p:nvPr/>
        </p:nvSpPr>
        <p:spPr bwMode="auto">
          <a:xfrm rot="0" flipH="0" flipV="0">
            <a:off x="5232776" y="3617341"/>
            <a:ext cx="401033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Nanum Pen Script"/>
                <a:ea typeface="Nanum Pen Script"/>
                <a:cs typeface="Nanum Pen Script"/>
              </a:rPr>
              <a:t>Haute Demande</a:t>
            </a:r>
            <a:endParaRPr sz="2800">
              <a:latin typeface="Nanum Pen Script"/>
              <a:cs typeface="Nanum Pen Scrip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900">
        <p159:morph option="byObject"/>
      </p:transition>
    </mc:Choice>
    <mc:Fallback>
      <p:transition spd="med" advClick="0" advTm="19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" dur="500"/>
                                        <p:tgtEl>
                                          <p:spTgt spid="1503044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304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" dur="500"/>
                                        <p:tgtEl>
                                          <p:spTgt spid="1888194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819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" dur="500"/>
                                        <p:tgtEl>
                                          <p:spTgt spid="2038526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852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1500"/>
                            </p:stCondLst>
                            <p:childTnLst>
                              <p:par>
                                <p:cTn id="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" dur="500"/>
                                        <p:tgtEl>
                                          <p:spTgt spid="642515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251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979555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976696693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375983545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554902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6551095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8723045" name=""/>
          <p:cNvSpPr/>
          <p:nvPr/>
        </p:nvSpPr>
        <p:spPr bwMode="auto">
          <a:xfrm rot="0" flipH="0" flipV="0">
            <a:off x="3659532" y="365344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06861461" name=""/>
          <p:cNvSpPr/>
          <p:nvPr/>
        </p:nvSpPr>
        <p:spPr bwMode="auto">
          <a:xfrm rot="0" flipH="0" flipV="0">
            <a:off x="3659532" y="-951558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2382675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542520657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25754578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391313520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6619671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150401" y="2675436"/>
            <a:ext cx="1891196" cy="188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017554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29429141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842100199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9671534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8498164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135460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841534621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023339004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919084668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402663556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155659596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239430402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327081897" name=""/>
          <p:cNvSpPr txBox="1"/>
          <p:nvPr/>
        </p:nvSpPr>
        <p:spPr bwMode="auto">
          <a:xfrm rot="0" flipH="0" flipV="0">
            <a:off x="3590033" y="1648239"/>
            <a:ext cx="501193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Code Lisible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75438758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32287" y="2272959"/>
            <a:ext cx="5093739" cy="3513737"/>
          </a:xfrm>
          <a:prstGeom prst="rect">
            <a:avLst/>
          </a:prstGeom>
        </p:spPr>
      </p:pic>
      <p:pic>
        <p:nvPicPr>
          <p:cNvPr id="84445995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633372" y="2661401"/>
            <a:ext cx="4872934" cy="2736853"/>
          </a:xfrm>
          <a:prstGeom prst="rect">
            <a:avLst/>
          </a:prstGeom>
        </p:spPr>
      </p:pic>
      <p:grpSp>
        <p:nvGrpSpPr>
          <p:cNvPr id="2019202678" name=""/>
          <p:cNvGrpSpPr/>
          <p:nvPr/>
        </p:nvGrpSpPr>
        <p:grpSpPr bwMode="auto">
          <a:xfrm>
            <a:off x="8200689" y="5228233"/>
            <a:ext cx="1521940" cy="399709"/>
            <a:chOff x="0" y="0"/>
            <a:chExt cx="1521940" cy="399709"/>
          </a:xfrm>
        </p:grpSpPr>
        <p:sp>
          <p:nvSpPr>
            <p:cNvPr id="213079512" name=""/>
            <p:cNvSpPr txBox="1"/>
            <p:nvPr/>
          </p:nvSpPr>
          <p:spPr bwMode="auto">
            <a:xfrm rot="0" flipH="0" flipV="0">
              <a:off x="384068" y="0"/>
              <a:ext cx="1137872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858160843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9"/>
            </a:xfrm>
            <a:prstGeom prst="rect">
              <a:avLst/>
            </a:prstGeom>
          </p:spPr>
        </p:pic>
      </p:grpSp>
      <p:grpSp>
        <p:nvGrpSpPr>
          <p:cNvPr id="378799443" name=""/>
          <p:cNvGrpSpPr/>
          <p:nvPr/>
        </p:nvGrpSpPr>
        <p:grpSpPr bwMode="auto">
          <a:xfrm>
            <a:off x="2354120" y="5202156"/>
            <a:ext cx="1414104" cy="392196"/>
            <a:chOff x="0" y="0"/>
            <a:chExt cx="1414104" cy="392196"/>
          </a:xfrm>
        </p:grpSpPr>
        <p:pic>
          <p:nvPicPr>
            <p:cNvPr id="1398089883" name="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flipH="0" flipV="0">
              <a:off x="0" y="0"/>
              <a:ext cx="355244" cy="392196"/>
            </a:xfrm>
            <a:prstGeom prst="rect">
              <a:avLst/>
            </a:prstGeom>
          </p:spPr>
        </p:pic>
        <p:sp>
          <p:nvSpPr>
            <p:cNvPr id="1400064356" name=""/>
            <p:cNvSpPr txBox="1"/>
            <p:nvPr/>
          </p:nvSpPr>
          <p:spPr bwMode="auto">
            <a:xfrm rot="0" flipH="0" flipV="0">
              <a:off x="436690" y="26076"/>
              <a:ext cx="977414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main.c</a:t>
              </a:r>
              <a:endParaRPr>
                <a:latin typeface="CodeNewRoman Nerd Font Mono"/>
                <a:cs typeface="CodeNewRoman Nerd Font Mon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08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708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38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438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45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445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20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1920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79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7879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25967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887335488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861176499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6701714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586091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404802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051342049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22226255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593814504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711246409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250523623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667909918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2087311481" name=""/>
          <p:cNvSpPr txBox="1"/>
          <p:nvPr/>
        </p:nvSpPr>
        <p:spPr bwMode="auto">
          <a:xfrm rot="0" flipH="0" flipV="0">
            <a:off x="3590033" y="1648239"/>
            <a:ext cx="502165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Language interp</a:t>
            </a:r>
            <a:r>
              <a:rPr sz="2800">
                <a:latin typeface="Nanum Pen Script"/>
                <a:cs typeface="Nanum Pen Script"/>
              </a:rPr>
              <a:t>ete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5447434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659532" y="2661401"/>
            <a:ext cx="4872934" cy="2736853"/>
          </a:xfrm>
          <a:prstGeom prst="rect">
            <a:avLst/>
          </a:prstGeom>
        </p:spPr>
      </p:pic>
      <p:grpSp>
        <p:nvGrpSpPr>
          <p:cNvPr id="319271129" name=""/>
          <p:cNvGrpSpPr/>
          <p:nvPr/>
        </p:nvGrpSpPr>
        <p:grpSpPr bwMode="auto">
          <a:xfrm>
            <a:off x="5334849" y="5228232"/>
            <a:ext cx="1522299" cy="399708"/>
            <a:chOff x="0" y="0"/>
            <a:chExt cx="1522299" cy="399708"/>
          </a:xfrm>
        </p:grpSpPr>
        <p:sp>
          <p:nvSpPr>
            <p:cNvPr id="1656328013" name=""/>
            <p:cNvSpPr txBox="1"/>
            <p:nvPr/>
          </p:nvSpPr>
          <p:spPr bwMode="auto">
            <a:xfrm rot="0" flipH="0" flipV="0">
              <a:off x="384067" y="0"/>
              <a:ext cx="113823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1292932906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07239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43350401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439137709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9364793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2405991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306065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310117696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313316895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068966750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856720387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896636915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915619377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812509719" name=""/>
          <p:cNvSpPr txBox="1"/>
          <p:nvPr/>
        </p:nvSpPr>
        <p:spPr bwMode="auto">
          <a:xfrm rot="0" flipH="0" flipV="0">
            <a:off x="3590033" y="1648239"/>
            <a:ext cx="502165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Language interp</a:t>
            </a:r>
            <a:r>
              <a:rPr sz="2800">
                <a:latin typeface="Nanum Pen Script"/>
                <a:cs typeface="Nanum Pen Script"/>
              </a:rPr>
              <a:t>ete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13289608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184" y="2661401"/>
            <a:ext cx="4872934" cy="2736853"/>
          </a:xfrm>
          <a:prstGeom prst="rect">
            <a:avLst/>
          </a:prstGeom>
        </p:spPr>
      </p:pic>
      <p:grpSp>
        <p:nvGrpSpPr>
          <p:cNvPr id="181844436" name=""/>
          <p:cNvGrpSpPr/>
          <p:nvPr/>
        </p:nvGrpSpPr>
        <p:grpSpPr bwMode="auto">
          <a:xfrm>
            <a:off x="1676892" y="5228232"/>
            <a:ext cx="1523379" cy="399708"/>
            <a:chOff x="0" y="0"/>
            <a:chExt cx="1523379" cy="399708"/>
          </a:xfrm>
        </p:grpSpPr>
        <p:sp>
          <p:nvSpPr>
            <p:cNvPr id="877841255" name=""/>
            <p:cNvSpPr txBox="1"/>
            <p:nvPr/>
          </p:nvSpPr>
          <p:spPr bwMode="auto">
            <a:xfrm rot="0" flipH="0" flipV="0">
              <a:off x="384067" y="0"/>
              <a:ext cx="113931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u="none"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 u="none"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99472021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sp>
        <p:nvSpPr>
          <p:cNvPr id="1562524978" name=""/>
          <p:cNvSpPr/>
          <p:nvPr/>
        </p:nvSpPr>
        <p:spPr bwMode="auto">
          <a:xfrm rot="0" flipH="0" flipV="0">
            <a:off x="7818566" y="3147391"/>
            <a:ext cx="3607620" cy="2222499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341337" name=""/>
          <p:cNvSpPr txBox="1"/>
          <p:nvPr/>
        </p:nvSpPr>
        <p:spPr bwMode="auto">
          <a:xfrm rot="0" flipH="0" flipV="0">
            <a:off x="7942805" y="3245940"/>
            <a:ext cx="20608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1767158236" name=""/>
          <p:cNvSpPr/>
          <p:nvPr/>
        </p:nvSpPr>
        <p:spPr bwMode="auto">
          <a:xfrm rot="0" flipH="0" flipV="0">
            <a:off x="4653478" y="3865217"/>
            <a:ext cx="2816086" cy="386521"/>
          </a:xfrm>
          <a:prstGeom prst="rightArrow">
            <a:avLst>
              <a:gd name="adj1" fmla="val 50000"/>
              <a:gd name="adj2" fmla="val 117857"/>
            </a:avLst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464560" name=""/>
          <p:cNvSpPr/>
          <p:nvPr/>
        </p:nvSpPr>
        <p:spPr bwMode="auto">
          <a:xfrm rot="0" flipH="0" flipV="0">
            <a:off x="1312826" y="4134402"/>
            <a:ext cx="704021" cy="234673"/>
          </a:xfrm>
          <a:prstGeom prst="roundRect">
            <a:avLst>
              <a:gd name="adj" fmla="val 16667"/>
            </a:avLst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15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6715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5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625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34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5234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233275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364760037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45877081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0637574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8340744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0192012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44322085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985185344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631493602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327973764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710635519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461616269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595004686" name=""/>
          <p:cNvSpPr txBox="1"/>
          <p:nvPr/>
        </p:nvSpPr>
        <p:spPr bwMode="auto">
          <a:xfrm rot="0" flipH="0" flipV="0">
            <a:off x="3590033" y="1648239"/>
            <a:ext cx="502165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Language interp</a:t>
            </a:r>
            <a:r>
              <a:rPr sz="2800">
                <a:latin typeface="Nanum Pen Script"/>
                <a:cs typeface="Nanum Pen Script"/>
              </a:rPr>
              <a:t>ete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91864242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184" y="2661401"/>
            <a:ext cx="4872934" cy="2736853"/>
          </a:xfrm>
          <a:prstGeom prst="rect">
            <a:avLst/>
          </a:prstGeom>
        </p:spPr>
      </p:pic>
      <p:sp>
        <p:nvSpPr>
          <p:cNvPr id="785961199" name=""/>
          <p:cNvSpPr/>
          <p:nvPr/>
        </p:nvSpPr>
        <p:spPr bwMode="auto">
          <a:xfrm rot="0" flipH="0" flipV="0">
            <a:off x="7818566" y="3147391"/>
            <a:ext cx="3607620" cy="2222499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348992" name=""/>
          <p:cNvSpPr txBox="1"/>
          <p:nvPr/>
        </p:nvSpPr>
        <p:spPr bwMode="auto">
          <a:xfrm rot="0" flipH="0" flipV="0">
            <a:off x="7942805" y="3245940"/>
            <a:ext cx="20608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278256496" name=""/>
          <p:cNvSpPr txBox="1"/>
          <p:nvPr/>
        </p:nvSpPr>
        <p:spPr bwMode="auto">
          <a:xfrm rot="0" flipH="0" flipV="0">
            <a:off x="7998022" y="3694176"/>
            <a:ext cx="207052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946712297" name=""/>
          <p:cNvSpPr/>
          <p:nvPr/>
        </p:nvSpPr>
        <p:spPr bwMode="auto">
          <a:xfrm rot="0" flipH="0" flipV="0">
            <a:off x="4653478" y="3865217"/>
            <a:ext cx="2816086" cy="386521"/>
          </a:xfrm>
          <a:prstGeom prst="rightArrow">
            <a:avLst>
              <a:gd name="adj1" fmla="val 50000"/>
              <a:gd name="adj2" fmla="val 117857"/>
            </a:avLst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3404564" name=""/>
          <p:cNvSpPr/>
          <p:nvPr/>
        </p:nvSpPr>
        <p:spPr bwMode="auto">
          <a:xfrm rot="0" flipH="0" flipV="0">
            <a:off x="2016847" y="4134402"/>
            <a:ext cx="1739347" cy="234673"/>
          </a:xfrm>
          <a:prstGeom prst="roundRect">
            <a:avLst>
              <a:gd name="adj" fmla="val 16667"/>
            </a:avLst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029750313" name=""/>
          <p:cNvGrpSpPr/>
          <p:nvPr/>
        </p:nvGrpSpPr>
        <p:grpSpPr bwMode="auto">
          <a:xfrm>
            <a:off x="1676891" y="5228232"/>
            <a:ext cx="1522659" cy="399708"/>
            <a:chOff x="0" y="0"/>
            <a:chExt cx="1522659" cy="399708"/>
          </a:xfrm>
        </p:grpSpPr>
        <p:sp>
          <p:nvSpPr>
            <p:cNvPr id="552038171" name=""/>
            <p:cNvSpPr txBox="1"/>
            <p:nvPr/>
          </p:nvSpPr>
          <p:spPr bwMode="auto">
            <a:xfrm rot="0" flipH="0" flipV="0">
              <a:off x="384067" y="0"/>
              <a:ext cx="113859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1832389703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5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7825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032453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558951731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167655163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792866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1009292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781695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187395819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087181962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226410042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84219102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888182736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808317462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1506799790" name=""/>
          <p:cNvSpPr txBox="1"/>
          <p:nvPr/>
        </p:nvSpPr>
        <p:spPr bwMode="auto">
          <a:xfrm rot="0" flipH="0" flipV="0">
            <a:off x="3590033" y="1648239"/>
            <a:ext cx="502165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Language interp</a:t>
            </a:r>
            <a:r>
              <a:rPr sz="2800">
                <a:latin typeface="Nanum Pen Script"/>
                <a:cs typeface="Nanum Pen Script"/>
              </a:rPr>
              <a:t>ete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82562780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184" y="2661401"/>
            <a:ext cx="4872934" cy="2736853"/>
          </a:xfrm>
          <a:prstGeom prst="rect">
            <a:avLst/>
          </a:prstGeom>
        </p:spPr>
      </p:pic>
      <p:sp>
        <p:nvSpPr>
          <p:cNvPr id="655112743" name=""/>
          <p:cNvSpPr/>
          <p:nvPr/>
        </p:nvSpPr>
        <p:spPr bwMode="auto">
          <a:xfrm rot="0" flipH="0" flipV="0">
            <a:off x="7818566" y="3147391"/>
            <a:ext cx="3607620" cy="2222499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406440" name=""/>
          <p:cNvSpPr txBox="1"/>
          <p:nvPr/>
        </p:nvSpPr>
        <p:spPr bwMode="auto">
          <a:xfrm rot="0" flipH="0" flipV="0">
            <a:off x="7942805" y="3245940"/>
            <a:ext cx="20608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2082294690" name=""/>
          <p:cNvSpPr txBox="1"/>
          <p:nvPr/>
        </p:nvSpPr>
        <p:spPr bwMode="auto">
          <a:xfrm rot="0" flipH="0" flipV="0">
            <a:off x="8274447" y="3694176"/>
            <a:ext cx="18811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Hello, World!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1312857373" name=""/>
          <p:cNvSpPr txBox="1"/>
          <p:nvPr/>
        </p:nvSpPr>
        <p:spPr bwMode="auto">
          <a:xfrm rot="0" flipH="0" flipV="0">
            <a:off x="7998022" y="3694176"/>
            <a:ext cx="3557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598764315" name=""/>
          <p:cNvSpPr/>
          <p:nvPr/>
        </p:nvSpPr>
        <p:spPr bwMode="auto">
          <a:xfrm rot="0" flipH="0" flipV="0">
            <a:off x="4653478" y="3865217"/>
            <a:ext cx="2816086" cy="386521"/>
          </a:xfrm>
          <a:prstGeom prst="rightArrow">
            <a:avLst>
              <a:gd name="adj1" fmla="val 50000"/>
              <a:gd name="adj2" fmla="val 117857"/>
            </a:avLst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2523008" name=""/>
          <p:cNvSpPr/>
          <p:nvPr/>
        </p:nvSpPr>
        <p:spPr bwMode="auto">
          <a:xfrm rot="0" flipH="0" flipV="0">
            <a:off x="2016847" y="4134402"/>
            <a:ext cx="1739347" cy="234673"/>
          </a:xfrm>
          <a:prstGeom prst="roundRect">
            <a:avLst>
              <a:gd name="adj" fmla="val 16667"/>
            </a:avLst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26401486" name=""/>
          <p:cNvGrpSpPr/>
          <p:nvPr/>
        </p:nvGrpSpPr>
        <p:grpSpPr bwMode="auto">
          <a:xfrm>
            <a:off x="1676891" y="5228232"/>
            <a:ext cx="1522659" cy="399708"/>
            <a:chOff x="0" y="0"/>
            <a:chExt cx="1522659" cy="399708"/>
          </a:xfrm>
        </p:grpSpPr>
        <p:sp>
          <p:nvSpPr>
            <p:cNvPr id="2091200634" name=""/>
            <p:cNvSpPr txBox="1"/>
            <p:nvPr/>
          </p:nvSpPr>
          <p:spPr bwMode="auto">
            <a:xfrm rot="0" flipH="0" flipV="0">
              <a:off x="384067" y="0"/>
              <a:ext cx="113859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1346132253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29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65255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80343254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773566837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021134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4076540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5476756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54875515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07262425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214624234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857675772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934100277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013551390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887817729" name=""/>
          <p:cNvSpPr txBox="1"/>
          <p:nvPr/>
        </p:nvSpPr>
        <p:spPr bwMode="auto">
          <a:xfrm rot="0" flipH="0" flipV="0">
            <a:off x="3590033" y="1465759"/>
            <a:ext cx="50346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Multiplatforme et Haut-Niveau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1044108376" name=""/>
          <p:cNvSpPr txBox="1"/>
          <p:nvPr/>
        </p:nvSpPr>
        <p:spPr bwMode="auto">
          <a:xfrm rot="0" flipH="0" flipV="0">
            <a:off x="7942805" y="3245940"/>
            <a:ext cx="20608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1239404829" name=""/>
          <p:cNvSpPr txBox="1"/>
          <p:nvPr/>
        </p:nvSpPr>
        <p:spPr bwMode="auto">
          <a:xfrm rot="0" flipH="0" flipV="0">
            <a:off x="8274447" y="3694176"/>
            <a:ext cx="18811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Hello, World!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1871255316" name=""/>
          <p:cNvSpPr txBox="1"/>
          <p:nvPr/>
        </p:nvSpPr>
        <p:spPr bwMode="auto">
          <a:xfrm rot="0" flipH="0" flipV="0">
            <a:off x="7998022" y="3694176"/>
            <a:ext cx="3557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31175864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019178" y="3495563"/>
            <a:ext cx="1129465" cy="1129465"/>
          </a:xfrm>
          <a:prstGeom prst="rect">
            <a:avLst/>
          </a:prstGeom>
        </p:spPr>
      </p:pic>
      <p:grpSp>
        <p:nvGrpSpPr>
          <p:cNvPr id="153114090" name=""/>
          <p:cNvGrpSpPr/>
          <p:nvPr/>
        </p:nvGrpSpPr>
        <p:grpSpPr bwMode="auto">
          <a:xfrm>
            <a:off x="408271" y="3709754"/>
            <a:ext cx="1523019" cy="399708"/>
            <a:chOff x="0" y="0"/>
            <a:chExt cx="1523019" cy="399708"/>
          </a:xfrm>
        </p:grpSpPr>
        <p:sp>
          <p:nvSpPr>
            <p:cNvPr id="2040966534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1068937903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pic>
        <p:nvPicPr>
          <p:cNvPr id="199745215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4453537" y="2276196"/>
            <a:ext cx="1152803" cy="1152803"/>
          </a:xfrm>
          <a:prstGeom prst="rect">
            <a:avLst/>
          </a:prstGeom>
        </p:spPr>
      </p:pic>
      <p:sp>
        <p:nvSpPr>
          <p:cNvPr id="713755601" name=""/>
          <p:cNvSpPr/>
          <p:nvPr/>
        </p:nvSpPr>
        <p:spPr bwMode="auto">
          <a:xfrm rot="0" flipH="0" flipV="0">
            <a:off x="7970965" y="3299790"/>
            <a:ext cx="3607619" cy="2222498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6977993" name=""/>
          <p:cNvSpPr txBox="1"/>
          <p:nvPr/>
        </p:nvSpPr>
        <p:spPr bwMode="auto">
          <a:xfrm rot="0" flipH="0" flipV="0">
            <a:off x="8095204" y="3398339"/>
            <a:ext cx="20611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1934602899" name=""/>
          <p:cNvSpPr txBox="1"/>
          <p:nvPr/>
        </p:nvSpPr>
        <p:spPr bwMode="auto">
          <a:xfrm rot="0" flipH="0" flipV="0">
            <a:off x="8150421" y="3846575"/>
            <a:ext cx="3560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28342317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588647" y="4914898"/>
            <a:ext cx="747775" cy="906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649421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46666396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2103673752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2938780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7924768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4831736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462064144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794493420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455053090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825549458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2100052654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744628271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1557969600" name=""/>
          <p:cNvSpPr txBox="1"/>
          <p:nvPr/>
        </p:nvSpPr>
        <p:spPr bwMode="auto">
          <a:xfrm rot="0" flipH="0" flipV="0">
            <a:off x="3590033" y="1465759"/>
            <a:ext cx="50346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Multiplatforme et Haut-Niveau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1486847077" name=""/>
          <p:cNvSpPr txBox="1"/>
          <p:nvPr/>
        </p:nvSpPr>
        <p:spPr bwMode="auto">
          <a:xfrm rot="0" flipH="0" flipV="0">
            <a:off x="7942805" y="3245940"/>
            <a:ext cx="20608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1341086887" name=""/>
          <p:cNvSpPr txBox="1"/>
          <p:nvPr/>
        </p:nvSpPr>
        <p:spPr bwMode="auto">
          <a:xfrm rot="0" flipH="0" flipV="0">
            <a:off x="8274447" y="3694176"/>
            <a:ext cx="18811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Hello, World!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190231917" name=""/>
          <p:cNvSpPr txBox="1"/>
          <p:nvPr/>
        </p:nvSpPr>
        <p:spPr bwMode="auto">
          <a:xfrm rot="0" flipH="0" flipV="0">
            <a:off x="7998022" y="3694176"/>
            <a:ext cx="3557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7145913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019178" y="3495563"/>
            <a:ext cx="1129465" cy="1129465"/>
          </a:xfrm>
          <a:prstGeom prst="rect">
            <a:avLst/>
          </a:prstGeom>
        </p:spPr>
      </p:pic>
      <p:grpSp>
        <p:nvGrpSpPr>
          <p:cNvPr id="429063691" name=""/>
          <p:cNvGrpSpPr/>
          <p:nvPr/>
        </p:nvGrpSpPr>
        <p:grpSpPr bwMode="auto">
          <a:xfrm>
            <a:off x="408271" y="3709754"/>
            <a:ext cx="1523019" cy="399708"/>
            <a:chOff x="0" y="0"/>
            <a:chExt cx="1523019" cy="399708"/>
          </a:xfrm>
        </p:grpSpPr>
        <p:sp>
          <p:nvSpPr>
            <p:cNvPr id="904401779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2096816703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pic>
        <p:nvPicPr>
          <p:cNvPr id="165386075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4453537" y="2276196"/>
            <a:ext cx="1152803" cy="1152803"/>
          </a:xfrm>
          <a:prstGeom prst="rect">
            <a:avLst/>
          </a:prstGeom>
        </p:spPr>
      </p:pic>
      <p:sp>
        <p:nvSpPr>
          <p:cNvPr id="1940331211" name=""/>
          <p:cNvSpPr/>
          <p:nvPr/>
        </p:nvSpPr>
        <p:spPr bwMode="auto">
          <a:xfrm rot="0" flipH="0" flipV="0">
            <a:off x="7970965" y="3299790"/>
            <a:ext cx="3607619" cy="2222498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995514" name=""/>
          <p:cNvSpPr txBox="1"/>
          <p:nvPr/>
        </p:nvSpPr>
        <p:spPr bwMode="auto">
          <a:xfrm rot="0" flipH="0" flipV="0">
            <a:off x="8095204" y="3398339"/>
            <a:ext cx="20611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31794738" name=""/>
          <p:cNvSpPr txBox="1"/>
          <p:nvPr/>
        </p:nvSpPr>
        <p:spPr bwMode="auto">
          <a:xfrm rot="0" flipH="0" flipV="0">
            <a:off x="8150421" y="3846575"/>
            <a:ext cx="3560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192822281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588647" y="4914898"/>
            <a:ext cx="747775" cy="906394"/>
          </a:xfrm>
          <a:prstGeom prst="rect">
            <a:avLst/>
          </a:prstGeom>
        </p:spPr>
      </p:pic>
      <p:grpSp>
        <p:nvGrpSpPr>
          <p:cNvPr id="132540674" name=""/>
          <p:cNvGrpSpPr/>
          <p:nvPr/>
        </p:nvGrpSpPr>
        <p:grpSpPr bwMode="auto">
          <a:xfrm>
            <a:off x="588271" y="3889754"/>
            <a:ext cx="1523019" cy="399708"/>
            <a:chOff x="0" y="0"/>
            <a:chExt cx="1523019" cy="399708"/>
          </a:xfrm>
        </p:grpSpPr>
        <p:sp>
          <p:nvSpPr>
            <p:cNvPr id="1957502025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958578483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grpSp>
        <p:nvGrpSpPr>
          <p:cNvPr id="551752671" name=""/>
          <p:cNvGrpSpPr/>
          <p:nvPr/>
        </p:nvGrpSpPr>
        <p:grpSpPr bwMode="auto">
          <a:xfrm>
            <a:off x="768271" y="3599465"/>
            <a:ext cx="1523019" cy="399708"/>
            <a:chOff x="0" y="0"/>
            <a:chExt cx="1523019" cy="399708"/>
          </a:xfrm>
        </p:grpSpPr>
        <p:sp>
          <p:nvSpPr>
            <p:cNvPr id="935633978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446605330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grpSp>
        <p:nvGrpSpPr>
          <p:cNvPr id="1390631030" name=""/>
          <p:cNvGrpSpPr/>
          <p:nvPr/>
        </p:nvGrpSpPr>
        <p:grpSpPr bwMode="auto">
          <a:xfrm>
            <a:off x="588271" y="3889754"/>
            <a:ext cx="1523019" cy="399708"/>
            <a:chOff x="0" y="0"/>
            <a:chExt cx="1523019" cy="399708"/>
          </a:xfrm>
        </p:grpSpPr>
        <p:sp>
          <p:nvSpPr>
            <p:cNvPr id="872847272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280522515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1000">
        <p159:morph option="byObject"/>
      </p:transition>
    </mc:Choice>
    <mc:Fallback>
      <p:transition spd="med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08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535977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65159652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798616888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1042665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183699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684664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813814204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682116004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306139493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82888939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393594320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pic>
        <p:nvPicPr>
          <p:cNvPr id="1275223331" name="Picture 123943040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5980175" y="3694176"/>
            <a:ext cx="0" cy="0"/>
          </a:xfrm>
          <a:prstGeom prst="rect">
            <a:avLst/>
          </a:prstGeom>
        </p:spPr>
      </p:pic>
      <p:sp>
        <p:nvSpPr>
          <p:cNvPr id="1629044483" name=""/>
          <p:cNvSpPr txBox="1"/>
          <p:nvPr/>
        </p:nvSpPr>
        <p:spPr bwMode="auto">
          <a:xfrm rot="0" flipH="0" flipV="0">
            <a:off x="3590033" y="1465759"/>
            <a:ext cx="50346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Multiplatforme et Haut-Niveau</a:t>
            </a:r>
            <a:endParaRPr sz="2800">
              <a:latin typeface="Nanum Pen Script"/>
              <a:cs typeface="Nanum Pen Script"/>
            </a:endParaRPr>
          </a:p>
        </p:txBody>
      </p:sp>
      <p:sp>
        <p:nvSpPr>
          <p:cNvPr id="867389864" name=""/>
          <p:cNvSpPr txBox="1"/>
          <p:nvPr/>
        </p:nvSpPr>
        <p:spPr bwMode="auto">
          <a:xfrm rot="0" flipH="0" flipV="0">
            <a:off x="7942805" y="3245940"/>
            <a:ext cx="20608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439423656" name=""/>
          <p:cNvSpPr txBox="1"/>
          <p:nvPr/>
        </p:nvSpPr>
        <p:spPr bwMode="auto">
          <a:xfrm rot="0" flipH="0" flipV="0">
            <a:off x="8274447" y="3694176"/>
            <a:ext cx="18811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Hello, World!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1392851872" name=""/>
          <p:cNvSpPr txBox="1"/>
          <p:nvPr/>
        </p:nvSpPr>
        <p:spPr bwMode="auto">
          <a:xfrm rot="0" flipH="0" flipV="0">
            <a:off x="7998022" y="3694176"/>
            <a:ext cx="3557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157446564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019178" y="3495563"/>
            <a:ext cx="1129465" cy="1129465"/>
          </a:xfrm>
          <a:prstGeom prst="rect">
            <a:avLst/>
          </a:prstGeom>
        </p:spPr>
      </p:pic>
      <p:grpSp>
        <p:nvGrpSpPr>
          <p:cNvPr id="1134420956" name=""/>
          <p:cNvGrpSpPr/>
          <p:nvPr/>
        </p:nvGrpSpPr>
        <p:grpSpPr bwMode="auto">
          <a:xfrm>
            <a:off x="3998304" y="4434953"/>
            <a:ext cx="1523019" cy="399708"/>
            <a:chOff x="0" y="0"/>
            <a:chExt cx="1523019" cy="399708"/>
          </a:xfrm>
        </p:grpSpPr>
        <p:sp>
          <p:nvSpPr>
            <p:cNvPr id="1785820257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1523567241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pic>
        <p:nvPicPr>
          <p:cNvPr id="27050907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4453537" y="2276196"/>
            <a:ext cx="1152803" cy="1152803"/>
          </a:xfrm>
          <a:prstGeom prst="rect">
            <a:avLst/>
          </a:prstGeom>
        </p:spPr>
      </p:pic>
      <p:sp>
        <p:nvSpPr>
          <p:cNvPr id="1454688575" name=""/>
          <p:cNvSpPr/>
          <p:nvPr/>
        </p:nvSpPr>
        <p:spPr bwMode="auto">
          <a:xfrm rot="0" flipH="0" flipV="0">
            <a:off x="7970965" y="3299790"/>
            <a:ext cx="3607619" cy="2222498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277587" name=""/>
          <p:cNvSpPr txBox="1"/>
          <p:nvPr/>
        </p:nvSpPr>
        <p:spPr bwMode="auto">
          <a:xfrm rot="0" flipH="0" flipV="0">
            <a:off x="8095204" y="3398339"/>
            <a:ext cx="20611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output: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1742348364" name=""/>
          <p:cNvSpPr txBox="1"/>
          <p:nvPr/>
        </p:nvSpPr>
        <p:spPr bwMode="auto">
          <a:xfrm rot="0" flipH="0" flipV="0">
            <a:off x="8426847" y="3846575"/>
            <a:ext cx="188151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Hello, World!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1384755367" name=""/>
          <p:cNvSpPr txBox="1"/>
          <p:nvPr/>
        </p:nvSpPr>
        <p:spPr bwMode="auto">
          <a:xfrm rot="0" flipH="0" flipV="0">
            <a:off x="8150421" y="3846575"/>
            <a:ext cx="3560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96198918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588647" y="4914898"/>
            <a:ext cx="747775" cy="906394"/>
          </a:xfrm>
          <a:prstGeom prst="rect">
            <a:avLst/>
          </a:prstGeom>
        </p:spPr>
      </p:pic>
      <p:grpSp>
        <p:nvGrpSpPr>
          <p:cNvPr id="808703802" name=""/>
          <p:cNvGrpSpPr/>
          <p:nvPr/>
        </p:nvGrpSpPr>
        <p:grpSpPr bwMode="auto">
          <a:xfrm>
            <a:off x="4384467" y="5874034"/>
            <a:ext cx="1523019" cy="399708"/>
            <a:chOff x="0" y="0"/>
            <a:chExt cx="1523019" cy="399708"/>
          </a:xfrm>
        </p:grpSpPr>
        <p:sp>
          <p:nvSpPr>
            <p:cNvPr id="938330650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1310205158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grpSp>
        <p:nvGrpSpPr>
          <p:cNvPr id="657123875" name=""/>
          <p:cNvGrpSpPr/>
          <p:nvPr/>
        </p:nvGrpSpPr>
        <p:grpSpPr bwMode="auto">
          <a:xfrm>
            <a:off x="4333708" y="3095854"/>
            <a:ext cx="1523019" cy="399708"/>
            <a:chOff x="0" y="0"/>
            <a:chExt cx="1523019" cy="399708"/>
          </a:xfrm>
        </p:grpSpPr>
        <p:sp>
          <p:nvSpPr>
            <p:cNvPr id="1638524107" name=""/>
            <p:cNvSpPr txBox="1"/>
            <p:nvPr/>
          </p:nvSpPr>
          <p:spPr bwMode="auto">
            <a:xfrm rot="0" flipH="0" flipV="0">
              <a:off x="384067" y="0"/>
              <a:ext cx="113895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419337274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  <p:sp>
        <p:nvSpPr>
          <p:cNvPr id="881204564" name=""/>
          <p:cNvSpPr/>
          <p:nvPr/>
        </p:nvSpPr>
        <p:spPr bwMode="auto">
          <a:xfrm rot="1267944" flipH="0" flipV="0">
            <a:off x="5844267" y="3321862"/>
            <a:ext cx="1930134" cy="420204"/>
          </a:xfrm>
          <a:prstGeom prst="rightArrow">
            <a:avLst>
              <a:gd name="adj1" fmla="val 50000"/>
              <a:gd name="adj2" fmla="val 1051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9073212" name=""/>
          <p:cNvSpPr/>
          <p:nvPr/>
        </p:nvSpPr>
        <p:spPr bwMode="auto">
          <a:xfrm rot="0" flipH="0" flipV="0">
            <a:off x="5539682" y="4109463"/>
            <a:ext cx="1930134" cy="420204"/>
          </a:xfrm>
          <a:prstGeom prst="rightArrow">
            <a:avLst>
              <a:gd name="adj1" fmla="val 50000"/>
              <a:gd name="adj2" fmla="val 1051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9853090" name=""/>
          <p:cNvSpPr/>
          <p:nvPr/>
        </p:nvSpPr>
        <p:spPr bwMode="auto">
          <a:xfrm rot="20320383" flipH="0" flipV="0">
            <a:off x="5813492" y="4961617"/>
            <a:ext cx="1930134" cy="420204"/>
          </a:xfrm>
          <a:prstGeom prst="rightArrow">
            <a:avLst>
              <a:gd name="adj1" fmla="val 50000"/>
              <a:gd name="adj2" fmla="val 1051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103822824" name=""/>
          <p:cNvGrpSpPr/>
          <p:nvPr/>
        </p:nvGrpSpPr>
        <p:grpSpPr bwMode="auto">
          <a:xfrm>
            <a:off x="408270" y="3709753"/>
            <a:ext cx="1523379" cy="399708"/>
            <a:chOff x="0" y="0"/>
            <a:chExt cx="1523379" cy="399708"/>
          </a:xfrm>
        </p:grpSpPr>
        <p:sp>
          <p:nvSpPr>
            <p:cNvPr id="2125150810" name=""/>
            <p:cNvSpPr txBox="1"/>
            <p:nvPr/>
          </p:nvSpPr>
          <p:spPr bwMode="auto">
            <a:xfrm rot="0" flipH="0" flipV="0">
              <a:off x="384067" y="0"/>
              <a:ext cx="1139311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>
                  <a:latin typeface="CodeNewRoman Nerd Font Mono"/>
                  <a:ea typeface="CodeNewRoman Nerd Font Mono"/>
                  <a:cs typeface="CodeNewRoman Nerd Font Mono"/>
                </a:rPr>
                <a:t>main.py</a:t>
              </a:r>
              <a:endParaRPr>
                <a:latin typeface="CodeNewRoman Nerd Font Mono"/>
                <a:cs typeface="CodeNewRoman Nerd Font Mono"/>
              </a:endParaRPr>
            </a:p>
          </p:txBody>
        </p:sp>
        <p:pic>
          <p:nvPicPr>
            <p:cNvPr id="1989719820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rot="0" flipH="0" flipV="1">
              <a:off x="0" y="0"/>
              <a:ext cx="401276" cy="39970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42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0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120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0907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85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5985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4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74234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928044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7854690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452392661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0259593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567826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2179260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990568112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094179922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415056730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596458851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632031231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81328447" name=""/>
          <p:cNvSpPr txBox="1"/>
          <p:nvPr/>
        </p:nvSpPr>
        <p:spPr bwMode="auto">
          <a:xfrm rot="0" flipH="0" flipV="0">
            <a:off x="3590033" y="1465759"/>
            <a:ext cx="50472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Gestion automatique de la memoire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9980747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1635771" y="1887649"/>
            <a:ext cx="956759" cy="953023"/>
          </a:xfrm>
          <a:prstGeom prst="rect">
            <a:avLst/>
          </a:prstGeom>
        </p:spPr>
      </p:pic>
      <p:graphicFrame>
        <p:nvGraphicFramePr>
          <p:cNvPr id="714933817" name=""/>
          <p:cNvGraphicFramePr>
            <a:graphicFrameLocks xmlns:a="http://schemas.openxmlformats.org/drawingml/2006/main"/>
          </p:cNvGraphicFramePr>
          <p:nvPr/>
        </p:nvGraphicFramePr>
        <p:xfrm>
          <a:off x="1424608" y="3055730"/>
          <a:ext cx="1379086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66386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Heap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0880223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50001" y="1984279"/>
            <a:ext cx="4352496" cy="42018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935662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65471858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245714408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6247046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9454761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1266542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002111511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857816262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738571463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827131102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855558611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78000579" name=""/>
          <p:cNvSpPr txBox="1"/>
          <p:nvPr/>
        </p:nvSpPr>
        <p:spPr bwMode="auto">
          <a:xfrm rot="0" flipH="0" flipV="0">
            <a:off x="3590033" y="1465759"/>
            <a:ext cx="50472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Gestion automatique de la memoire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17202998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1635771" y="1887649"/>
            <a:ext cx="956759" cy="953023"/>
          </a:xfrm>
          <a:prstGeom prst="rect">
            <a:avLst/>
          </a:prstGeom>
        </p:spPr>
      </p:pic>
      <p:graphicFrame>
        <p:nvGraphicFramePr>
          <p:cNvPr id="498177637" name=""/>
          <p:cNvGraphicFramePr>
            <a:graphicFrameLocks xmlns:a="http://schemas.openxmlformats.org/drawingml/2006/main"/>
          </p:cNvGraphicFramePr>
          <p:nvPr/>
        </p:nvGraphicFramePr>
        <p:xfrm>
          <a:off x="1424608" y="3055730"/>
          <a:ext cx="1379086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66386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Heap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 =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10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7739302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50001" y="1984279"/>
            <a:ext cx="4352497" cy="4201892"/>
          </a:xfrm>
          <a:prstGeom prst="rect">
            <a:avLst/>
          </a:prstGeom>
        </p:spPr>
      </p:pic>
      <p:sp>
        <p:nvSpPr>
          <p:cNvPr id="244385535" name=""/>
          <p:cNvSpPr/>
          <p:nvPr/>
        </p:nvSpPr>
        <p:spPr bwMode="auto">
          <a:xfrm rot="0" flipH="0" flipV="0">
            <a:off x="6931194" y="3602934"/>
            <a:ext cx="869672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32827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502852338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874218801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360329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1974408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5580601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13449093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92707130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726364805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393419902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476933472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366461424" name=""/>
          <p:cNvSpPr txBox="1"/>
          <p:nvPr/>
        </p:nvSpPr>
        <p:spPr bwMode="auto">
          <a:xfrm rot="0" flipH="0" flipV="0">
            <a:off x="3590033" y="1465759"/>
            <a:ext cx="50472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Gestion automatique de la memoire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6927561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1635771" y="1887649"/>
            <a:ext cx="956759" cy="953023"/>
          </a:xfrm>
          <a:prstGeom prst="rect">
            <a:avLst/>
          </a:prstGeom>
        </p:spPr>
      </p:pic>
      <p:graphicFrame>
        <p:nvGraphicFramePr>
          <p:cNvPr id="587899322" name=""/>
          <p:cNvGraphicFramePr>
            <a:graphicFrameLocks xmlns:a="http://schemas.openxmlformats.org/drawingml/2006/main"/>
          </p:cNvGraphicFramePr>
          <p:nvPr/>
        </p:nvGraphicFramePr>
        <p:xfrm>
          <a:off x="1424608" y="3055730"/>
          <a:ext cx="1379086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66386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Heap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 =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10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y = [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1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2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3</a:t>
                      </a:r>
                      <a:r>
                        <a:rPr/>
                        <a:t>]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0016423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50001" y="1984279"/>
            <a:ext cx="4352496" cy="4201891"/>
          </a:xfrm>
          <a:prstGeom prst="rect">
            <a:avLst/>
          </a:prstGeom>
        </p:spPr>
      </p:pic>
      <p:sp>
        <p:nvSpPr>
          <p:cNvPr id="1986179539" name=""/>
          <p:cNvSpPr/>
          <p:nvPr/>
        </p:nvSpPr>
        <p:spPr bwMode="auto">
          <a:xfrm rot="0" flipH="0" flipV="0">
            <a:off x="6931194" y="3906628"/>
            <a:ext cx="1706051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894422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591320331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307848706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747680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6256928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0450639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999401328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779880866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402546364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88815400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694922560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787306136" name=""/>
          <p:cNvSpPr txBox="1"/>
          <p:nvPr/>
        </p:nvSpPr>
        <p:spPr bwMode="auto">
          <a:xfrm rot="0" flipH="0" flipV="0">
            <a:off x="3590033" y="1465759"/>
            <a:ext cx="50472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Gestion automatique de la memoire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2807291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1635771" y="1887649"/>
            <a:ext cx="956759" cy="953023"/>
          </a:xfrm>
          <a:prstGeom prst="rect">
            <a:avLst/>
          </a:prstGeom>
        </p:spPr>
      </p:pic>
      <p:graphicFrame>
        <p:nvGraphicFramePr>
          <p:cNvPr id="1091388230" name=""/>
          <p:cNvGraphicFramePr>
            <a:graphicFrameLocks xmlns:a="http://schemas.openxmlformats.org/drawingml/2006/main"/>
          </p:cNvGraphicFramePr>
          <p:nvPr/>
        </p:nvGraphicFramePr>
        <p:xfrm>
          <a:off x="1424608" y="3055730"/>
          <a:ext cx="1379086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66386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Heap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x =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10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y = [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1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2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3</a:t>
                      </a:r>
                      <a:r>
                        <a:rPr/>
                        <a:t>]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z = </a:t>
                      </a:r>
                      <a:r>
                        <a:rPr>
                          <a:solidFill>
                            <a:schemeClr val="accent6"/>
                          </a:solidFill>
                        </a:rPr>
                        <a:t>“Hello”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9354985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50001" y="1984279"/>
            <a:ext cx="4352496" cy="4201891"/>
          </a:xfrm>
          <a:prstGeom prst="rect">
            <a:avLst/>
          </a:prstGeom>
        </p:spPr>
      </p:pic>
      <p:sp>
        <p:nvSpPr>
          <p:cNvPr id="1084746897" name=""/>
          <p:cNvSpPr/>
          <p:nvPr/>
        </p:nvSpPr>
        <p:spPr bwMode="auto">
          <a:xfrm rot="0" flipH="0" flipV="0">
            <a:off x="6931194" y="4155106"/>
            <a:ext cx="1477065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044997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484290023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971495597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6135043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786659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2092305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422468837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442151974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576951320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241049956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925771420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97588362" name=""/>
          <p:cNvSpPr txBox="1"/>
          <p:nvPr/>
        </p:nvSpPr>
        <p:spPr bwMode="auto">
          <a:xfrm rot="0" flipH="0" flipV="0">
            <a:off x="3590033" y="1465759"/>
            <a:ext cx="50472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Gestion automatique de la memoire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16696494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1635771" y="1887649"/>
            <a:ext cx="956759" cy="953023"/>
          </a:xfrm>
          <a:prstGeom prst="rect">
            <a:avLst/>
          </a:prstGeom>
        </p:spPr>
      </p:pic>
      <p:graphicFrame>
        <p:nvGraphicFramePr>
          <p:cNvPr id="1953373161" name=""/>
          <p:cNvGraphicFramePr>
            <a:graphicFrameLocks xmlns:a="http://schemas.openxmlformats.org/drawingml/2006/main"/>
          </p:cNvGraphicFramePr>
          <p:nvPr/>
        </p:nvGraphicFramePr>
        <p:xfrm>
          <a:off x="1424608" y="3055730"/>
          <a:ext cx="1379086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66386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Heap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y = [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1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2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3</a:t>
                      </a:r>
                      <a:r>
                        <a:rPr/>
                        <a:t>]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z = </a:t>
                      </a:r>
                      <a:r>
                        <a:rPr>
                          <a:solidFill>
                            <a:schemeClr val="accent6"/>
                          </a:solidFill>
                        </a:rPr>
                        <a:t>“Hello”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751722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50001" y="1984279"/>
            <a:ext cx="4352496" cy="4201891"/>
          </a:xfrm>
          <a:prstGeom prst="rect">
            <a:avLst/>
          </a:prstGeom>
        </p:spPr>
      </p:pic>
      <p:sp>
        <p:nvSpPr>
          <p:cNvPr id="147461750" name=""/>
          <p:cNvSpPr/>
          <p:nvPr/>
        </p:nvSpPr>
        <p:spPr bwMode="auto">
          <a:xfrm rot="0" flipH="0" flipV="0">
            <a:off x="6931194" y="4458801"/>
            <a:ext cx="1477065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587391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2085199653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82840072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6563421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1315453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8217305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770076241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022121069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569711406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52390970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324028637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145931391" name=""/>
          <p:cNvSpPr txBox="1"/>
          <p:nvPr/>
        </p:nvSpPr>
        <p:spPr bwMode="auto">
          <a:xfrm rot="0" flipH="0" flipV="0">
            <a:off x="3590033" y="1465759"/>
            <a:ext cx="50472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Gestion automatique de la memoire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6141084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1">
            <a:off x="1635771" y="1887649"/>
            <a:ext cx="956759" cy="953023"/>
          </a:xfrm>
          <a:prstGeom prst="rect">
            <a:avLst/>
          </a:prstGeom>
        </p:spPr>
      </p:pic>
      <p:graphicFrame>
        <p:nvGraphicFramePr>
          <p:cNvPr id="681603745" name=""/>
          <p:cNvGraphicFramePr>
            <a:graphicFrameLocks xmlns:a="http://schemas.openxmlformats.org/drawingml/2006/main"/>
          </p:cNvGraphicFramePr>
          <p:nvPr/>
        </p:nvGraphicFramePr>
        <p:xfrm>
          <a:off x="1424608" y="3055730"/>
          <a:ext cx="1379086" cy="22072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66386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Heap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y = [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1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2</a:t>
                      </a:r>
                      <a:r>
                        <a:rPr/>
                        <a:t>, </a:t>
                      </a:r>
                      <a:r>
                        <a:rPr>
                          <a:solidFill>
                            <a:schemeClr val="accent2"/>
                          </a:solidFill>
                        </a:rPr>
                        <a:t>3</a:t>
                      </a:r>
                      <a:r>
                        <a:rPr/>
                        <a:t>]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352996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50001" y="1984279"/>
            <a:ext cx="4352496" cy="4201891"/>
          </a:xfrm>
          <a:prstGeom prst="rect">
            <a:avLst/>
          </a:prstGeom>
        </p:spPr>
      </p:pic>
      <p:sp>
        <p:nvSpPr>
          <p:cNvPr id="23952864" name=""/>
          <p:cNvSpPr/>
          <p:nvPr/>
        </p:nvSpPr>
        <p:spPr bwMode="auto">
          <a:xfrm rot="0" flipH="0" flipV="0">
            <a:off x="6931194" y="4748691"/>
            <a:ext cx="1477065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61957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2092337937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2059313298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220640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027229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1833974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704658885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627259607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1451700723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316805614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32020427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22905741" name=""/>
          <p:cNvSpPr txBox="1"/>
          <p:nvPr/>
        </p:nvSpPr>
        <p:spPr bwMode="auto">
          <a:xfrm rot="0" flipH="0" flipV="0">
            <a:off x="3590033" y="1465759"/>
            <a:ext cx="50547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Typage Dynamique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13187357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197" y="2143634"/>
            <a:ext cx="4568125" cy="4109732"/>
          </a:xfrm>
          <a:prstGeom prst="rect">
            <a:avLst/>
          </a:prstGeom>
        </p:spPr>
      </p:pic>
      <p:sp>
        <p:nvSpPr>
          <p:cNvPr id="1883941121" name=""/>
          <p:cNvSpPr/>
          <p:nvPr/>
        </p:nvSpPr>
        <p:spPr bwMode="auto">
          <a:xfrm rot="0" flipH="0" flipV="0">
            <a:off x="1720727" y="3825784"/>
            <a:ext cx="862098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83727389" name=""/>
          <p:cNvSpPr/>
          <p:nvPr/>
        </p:nvSpPr>
        <p:spPr bwMode="auto">
          <a:xfrm rot="0" flipH="0" flipV="0">
            <a:off x="7970964" y="3299790"/>
            <a:ext cx="3607619" cy="2222498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415925" name=""/>
          <p:cNvSpPr txBox="1"/>
          <p:nvPr/>
        </p:nvSpPr>
        <p:spPr bwMode="auto">
          <a:xfrm rot="0" flipH="0" flipV="0">
            <a:off x="8095204" y="3398339"/>
            <a:ext cx="297909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rgbClr val="C00000"/>
                </a:solidFill>
                <a:latin typeface="CodeNewRoman Nerd Font Mono"/>
                <a:ea typeface="CodeNewRoman Nerd Font Mono"/>
                <a:cs typeface="CodeNewRoman Nerd Font Mono"/>
              </a:rPr>
              <a:t>python 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&gt;&gt; </a:t>
            </a:r>
            <a:r>
              <a:rPr>
                <a:solidFill>
                  <a:schemeClr val="accent4"/>
                </a:solidFill>
                <a:latin typeface="CodeNewRoman Nerd Font Mono"/>
                <a:ea typeface="CodeNewRoman Nerd Font Mono"/>
                <a:cs typeface="CodeNewRoman Nerd Font Mono"/>
              </a:rPr>
              <a:t>type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(</a:t>
            </a:r>
            <a:r>
              <a:rPr>
                <a:solidFill>
                  <a:schemeClr val="accent1"/>
                </a:solidFill>
                <a:latin typeface="CodeNewRoman Nerd Font Mono"/>
                <a:ea typeface="CodeNewRoman Nerd Font Mono"/>
                <a:cs typeface="CodeNewRoman Nerd Font Mono"/>
              </a:rPr>
              <a:t>x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)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482142201" name=""/>
          <p:cNvSpPr txBox="1"/>
          <p:nvPr/>
        </p:nvSpPr>
        <p:spPr bwMode="auto">
          <a:xfrm rot="0" flipH="0" flipV="0">
            <a:off x="8150420" y="3846575"/>
            <a:ext cx="3564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2063333725" name=""/>
          <p:cNvSpPr txBox="1"/>
          <p:nvPr/>
        </p:nvSpPr>
        <p:spPr bwMode="auto">
          <a:xfrm rot="0" flipH="0" flipV="0">
            <a:off x="8426847" y="3846575"/>
            <a:ext cx="188331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int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124852781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1">
            <a:off x="5639038" y="3721988"/>
            <a:ext cx="956759" cy="953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94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8394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33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06333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470160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10279576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718382190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681072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2946028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4060578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551842021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2111989936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455962708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45886000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1163699762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393008765" name=""/>
          <p:cNvSpPr txBox="1"/>
          <p:nvPr/>
        </p:nvSpPr>
        <p:spPr bwMode="auto">
          <a:xfrm rot="0" flipH="0" flipV="0">
            <a:off x="3590033" y="1465759"/>
            <a:ext cx="50547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Typage Dynamique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9859731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197" y="2143634"/>
            <a:ext cx="4568125" cy="4109732"/>
          </a:xfrm>
          <a:prstGeom prst="rect">
            <a:avLst/>
          </a:prstGeom>
        </p:spPr>
      </p:pic>
      <p:sp>
        <p:nvSpPr>
          <p:cNvPr id="1097645001" name=""/>
          <p:cNvSpPr/>
          <p:nvPr/>
        </p:nvSpPr>
        <p:spPr bwMode="auto">
          <a:xfrm rot="0" flipH="0" flipV="0">
            <a:off x="1720727" y="4129479"/>
            <a:ext cx="1690358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1500239" name=""/>
          <p:cNvSpPr/>
          <p:nvPr/>
        </p:nvSpPr>
        <p:spPr bwMode="auto">
          <a:xfrm rot="0" flipH="0" flipV="0">
            <a:off x="7970964" y="3299790"/>
            <a:ext cx="3607619" cy="2222498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7039293" name=""/>
          <p:cNvSpPr txBox="1"/>
          <p:nvPr/>
        </p:nvSpPr>
        <p:spPr bwMode="auto">
          <a:xfrm rot="0" flipH="0" flipV="0">
            <a:off x="8095204" y="3398339"/>
            <a:ext cx="297909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rgbClr val="C00000"/>
                </a:solidFill>
                <a:latin typeface="CodeNewRoman Nerd Font Mono"/>
                <a:ea typeface="CodeNewRoman Nerd Font Mono"/>
                <a:cs typeface="CodeNewRoman Nerd Font Mono"/>
              </a:rPr>
              <a:t>python 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&gt;&gt; </a:t>
            </a:r>
            <a:r>
              <a:rPr>
                <a:solidFill>
                  <a:schemeClr val="accent4"/>
                </a:solidFill>
                <a:latin typeface="CodeNewRoman Nerd Font Mono"/>
                <a:ea typeface="CodeNewRoman Nerd Font Mono"/>
                <a:cs typeface="CodeNewRoman Nerd Font Mono"/>
              </a:rPr>
              <a:t>type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(</a:t>
            </a:r>
            <a:r>
              <a:rPr>
                <a:solidFill>
                  <a:schemeClr val="accent1"/>
                </a:solidFill>
                <a:latin typeface="CodeNewRoman Nerd Font Mono"/>
                <a:ea typeface="CodeNewRoman Nerd Font Mono"/>
                <a:cs typeface="CodeNewRoman Nerd Font Mono"/>
              </a:rPr>
              <a:t>x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)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917261452" name=""/>
          <p:cNvSpPr txBox="1"/>
          <p:nvPr/>
        </p:nvSpPr>
        <p:spPr bwMode="auto">
          <a:xfrm rot="0" flipH="0" flipV="0">
            <a:off x="8150420" y="3846575"/>
            <a:ext cx="3564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667279960" name=""/>
          <p:cNvSpPr txBox="1"/>
          <p:nvPr/>
        </p:nvSpPr>
        <p:spPr bwMode="auto">
          <a:xfrm rot="0" flipH="0" flipV="0">
            <a:off x="8426847" y="3846575"/>
            <a:ext cx="18843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str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204137320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1">
            <a:off x="5639038" y="3721988"/>
            <a:ext cx="956759" cy="953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64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764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27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6727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04715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607206389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910804295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214563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8032385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027713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797713022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713113398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431948699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892346818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250414606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185493113" name=""/>
          <p:cNvSpPr txBox="1"/>
          <p:nvPr/>
        </p:nvSpPr>
        <p:spPr bwMode="auto">
          <a:xfrm rot="0" flipH="0" flipV="0">
            <a:off x="3590033" y="1465759"/>
            <a:ext cx="50547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Typage Dynamique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15917141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197" y="2143634"/>
            <a:ext cx="4568125" cy="4109732"/>
          </a:xfrm>
          <a:prstGeom prst="rect">
            <a:avLst/>
          </a:prstGeom>
        </p:spPr>
      </p:pic>
      <p:sp>
        <p:nvSpPr>
          <p:cNvPr id="1899189904" name=""/>
          <p:cNvSpPr/>
          <p:nvPr/>
        </p:nvSpPr>
        <p:spPr bwMode="auto">
          <a:xfrm rot="0" flipH="0" flipV="0">
            <a:off x="1720727" y="4433174"/>
            <a:ext cx="1690358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67579766" name=""/>
          <p:cNvSpPr/>
          <p:nvPr/>
        </p:nvSpPr>
        <p:spPr bwMode="auto">
          <a:xfrm rot="0" flipH="0" flipV="0">
            <a:off x="7970964" y="3299790"/>
            <a:ext cx="3607619" cy="2222498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0389200" name=""/>
          <p:cNvSpPr txBox="1"/>
          <p:nvPr/>
        </p:nvSpPr>
        <p:spPr bwMode="auto">
          <a:xfrm rot="0" flipH="0" flipV="0">
            <a:off x="8095204" y="3398339"/>
            <a:ext cx="297909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rgbClr val="C00000"/>
                </a:solidFill>
                <a:latin typeface="CodeNewRoman Nerd Font Mono"/>
                <a:ea typeface="CodeNewRoman Nerd Font Mono"/>
                <a:cs typeface="CodeNewRoman Nerd Font Mono"/>
              </a:rPr>
              <a:t>python 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&gt;&gt; </a:t>
            </a:r>
            <a:r>
              <a:rPr>
                <a:solidFill>
                  <a:schemeClr val="accent4"/>
                </a:solidFill>
                <a:latin typeface="CodeNewRoman Nerd Font Mono"/>
                <a:ea typeface="CodeNewRoman Nerd Font Mono"/>
                <a:cs typeface="CodeNewRoman Nerd Font Mono"/>
              </a:rPr>
              <a:t>type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(</a:t>
            </a:r>
            <a:r>
              <a:rPr>
                <a:solidFill>
                  <a:schemeClr val="accent1"/>
                </a:solidFill>
                <a:latin typeface="CodeNewRoman Nerd Font Mono"/>
                <a:ea typeface="CodeNewRoman Nerd Font Mono"/>
                <a:cs typeface="CodeNewRoman Nerd Font Mono"/>
              </a:rPr>
              <a:t>x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)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1836066563" name=""/>
          <p:cNvSpPr txBox="1"/>
          <p:nvPr/>
        </p:nvSpPr>
        <p:spPr bwMode="auto">
          <a:xfrm rot="0" flipH="0" flipV="0">
            <a:off x="8150420" y="3846575"/>
            <a:ext cx="3564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1645498755" name=""/>
          <p:cNvSpPr txBox="1"/>
          <p:nvPr/>
        </p:nvSpPr>
        <p:spPr bwMode="auto">
          <a:xfrm rot="0" flipH="0" flipV="0">
            <a:off x="8426847" y="3846575"/>
            <a:ext cx="18876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list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pic>
        <p:nvPicPr>
          <p:cNvPr id="41910254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1">
            <a:off x="5639038" y="3721988"/>
            <a:ext cx="956759" cy="953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9918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49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64549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36024" name=""/>
          <p:cNvSpPr txBox="1"/>
          <p:nvPr/>
        </p:nvSpPr>
        <p:spPr bwMode="auto">
          <a:xfrm rot="0" flipH="0" flipV="0">
            <a:off x="14009852" y="-6838825"/>
            <a:ext cx="6510829" cy="9516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Symbols Nerd Font"/>
                <a:ea typeface="Symbols Nerd Font"/>
                <a:cs typeface="Symbols Nerd Font"/>
              </a:rPr>
              <a:t>Python - Simple. Puissant. Incontournable</a:t>
            </a:r>
            <a:endParaRPr sz="2800">
              <a:latin typeface="Symbols Nerd Font"/>
              <a:cs typeface="Symbols Nerd Font"/>
            </a:endParaRPr>
          </a:p>
        </p:txBody>
      </p:sp>
      <p:sp>
        <p:nvSpPr>
          <p:cNvPr id="1365814095" name=""/>
          <p:cNvSpPr txBox="1"/>
          <p:nvPr/>
        </p:nvSpPr>
        <p:spPr bwMode="auto">
          <a:xfrm rot="0" flipH="0" flipV="0">
            <a:off x="15006737" y="-5480325"/>
            <a:ext cx="480954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 sa philosophie a ses usages dans le monde reel</a:t>
            </a:r>
            <a:endParaRPr/>
          </a:p>
        </p:txBody>
      </p:sp>
      <p:sp>
        <p:nvSpPr>
          <p:cNvPr id="1788344518" name=""/>
          <p:cNvSpPr/>
          <p:nvPr/>
        </p:nvSpPr>
        <p:spPr bwMode="auto">
          <a:xfrm rot="0" flipH="0" flipV="0">
            <a:off x="11196738" y="-7827063"/>
            <a:ext cx="11554237" cy="2484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3182687" name=""/>
          <p:cNvSpPr/>
          <p:nvPr/>
        </p:nvSpPr>
        <p:spPr bwMode="auto">
          <a:xfrm rot="0" flipH="0" flipV="0">
            <a:off x="11196739" y="5949672"/>
            <a:ext cx="11554237" cy="24847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42261" name=""/>
          <p:cNvSpPr/>
          <p:nvPr/>
        </p:nvSpPr>
        <p:spPr bwMode="auto">
          <a:xfrm rot="0" flipH="0" flipV="0">
            <a:off x="11196738" y="5949672"/>
            <a:ext cx="262281" cy="861391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99183142" name=""/>
          <p:cNvSpPr/>
          <p:nvPr/>
        </p:nvSpPr>
        <p:spPr bwMode="auto">
          <a:xfrm rot="0" flipH="0" flipV="0">
            <a:off x="3659532" y="-83563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Pourquoi Choisir Python?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937094206" name=""/>
          <p:cNvSpPr/>
          <p:nvPr/>
        </p:nvSpPr>
        <p:spPr bwMode="auto">
          <a:xfrm rot="0" flipH="0" flipV="0">
            <a:off x="3659532" y="359853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caracteristiques du language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467088934" name=""/>
          <p:cNvSpPr/>
          <p:nvPr/>
        </p:nvSpPr>
        <p:spPr bwMode="auto">
          <a:xfrm rot="0" flipH="0" flipV="0">
            <a:off x="4342092" y="8787879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0" i="0" u="none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Langage interprete, compile ou de script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Nanum Pen Script"/>
                <a:ea typeface="Nanum Pen Script"/>
                <a:cs typeface="Nanum Pen Script"/>
              </a:rPr>
              <a:t>?</a:t>
            </a:r>
            <a:endParaRPr sz="2400" b="0">
              <a:solidFill>
                <a:schemeClr val="bg1"/>
              </a:solidFill>
              <a:latin typeface="Nanum Pen Script"/>
              <a:cs typeface="Nanum Pen Script"/>
            </a:endParaRPr>
          </a:p>
        </p:txBody>
      </p:sp>
      <p:sp>
        <p:nvSpPr>
          <p:cNvPr id="231507981" name=""/>
          <p:cNvSpPr/>
          <p:nvPr/>
        </p:nvSpPr>
        <p:spPr bwMode="auto">
          <a:xfrm rot="0" flipH="0" flipV="0">
            <a:off x="4280760" y="9367661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Domaines d’utilisation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493446653" name=""/>
          <p:cNvSpPr/>
          <p:nvPr/>
        </p:nvSpPr>
        <p:spPr bwMode="auto">
          <a:xfrm rot="0" flipH="0" flipV="0">
            <a:off x="4280760" y="9733006"/>
            <a:ext cx="4872934" cy="730689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600">
              <a:latin typeface="Nanum Pen Script"/>
              <a:cs typeface="Nanum Pen Script"/>
            </a:endParaRPr>
          </a:p>
        </p:txBody>
      </p:sp>
      <p:sp>
        <p:nvSpPr>
          <p:cNvPr id="250625594" name=""/>
          <p:cNvSpPr txBox="1"/>
          <p:nvPr/>
        </p:nvSpPr>
        <p:spPr bwMode="auto">
          <a:xfrm rot="0" flipH="0" flipV="0">
            <a:off x="4583910" y="9854331"/>
            <a:ext cx="438929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2600" b="0" i="0" u="none" strike="noStrike" cap="none" spc="0">
                <a:solidFill>
                  <a:schemeClr val="lt1"/>
                </a:solidFill>
                <a:latin typeface="Nanum Pen Script"/>
                <a:ea typeface="Nanum Pen Script"/>
                <a:cs typeface="Nanum Pen Script"/>
              </a:rPr>
              <a:t>Les bonnes pratiques du codage</a:t>
            </a:r>
            <a:endParaRPr sz="2600">
              <a:latin typeface="Nanum Pen Script"/>
              <a:cs typeface="Nanum Pen Script"/>
            </a:endParaRPr>
          </a:p>
        </p:txBody>
      </p:sp>
      <p:sp>
        <p:nvSpPr>
          <p:cNvPr id="1084838786" name=""/>
          <p:cNvSpPr txBox="1"/>
          <p:nvPr/>
        </p:nvSpPr>
        <p:spPr bwMode="auto">
          <a:xfrm rot="0" flipH="0" flipV="0">
            <a:off x="3590033" y="1465759"/>
            <a:ext cx="50547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>
                <a:latin typeface="Nanum Pen Script"/>
                <a:ea typeface="Nanum Pen Script"/>
                <a:cs typeface="Nanum Pen Script"/>
              </a:rPr>
              <a:t>Typage Dynamique</a:t>
            </a:r>
            <a:endParaRPr sz="2800">
              <a:latin typeface="Nanum Pen Script"/>
              <a:cs typeface="Nanum Pen Script"/>
            </a:endParaRPr>
          </a:p>
        </p:txBody>
      </p:sp>
      <p:pic>
        <p:nvPicPr>
          <p:cNvPr id="20010748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197" y="2143634"/>
            <a:ext cx="4568125" cy="4109732"/>
          </a:xfrm>
          <a:prstGeom prst="rect">
            <a:avLst/>
          </a:prstGeom>
        </p:spPr>
      </p:pic>
      <p:pic>
        <p:nvPicPr>
          <p:cNvPr id="72651756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1">
            <a:off x="5639039" y="3721989"/>
            <a:ext cx="956759" cy="953023"/>
          </a:xfrm>
          <a:prstGeom prst="rect">
            <a:avLst/>
          </a:prstGeom>
        </p:spPr>
      </p:pic>
      <p:sp>
        <p:nvSpPr>
          <p:cNvPr id="536984824" name=""/>
          <p:cNvSpPr/>
          <p:nvPr/>
        </p:nvSpPr>
        <p:spPr bwMode="auto">
          <a:xfrm rot="0" flipH="0" flipV="0">
            <a:off x="1720727" y="4736869"/>
            <a:ext cx="1690358" cy="303694"/>
          </a:xfrm>
          <a:prstGeom prst="roundRect">
            <a:avLst>
              <a:gd name="adj" fmla="val 16667"/>
            </a:avLst>
          </a:prstGeom>
          <a:solidFill>
            <a:schemeClr val="accent4">
              <a:alpha val="2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37243394" name=""/>
          <p:cNvSpPr/>
          <p:nvPr/>
        </p:nvSpPr>
        <p:spPr bwMode="auto">
          <a:xfrm rot="0" flipH="0" flipV="0">
            <a:off x="7970964" y="3299790"/>
            <a:ext cx="3607619" cy="2222498"/>
          </a:xfrm>
          <a:prstGeom prst="roundRect">
            <a:avLst>
              <a:gd name="adj" fmla="val 8695"/>
            </a:avLst>
          </a:prstGeom>
          <a:solidFill>
            <a:schemeClr val="tx2">
              <a:lumMod val="50000"/>
              <a:alpha val="99000"/>
            </a:schemeClr>
          </a:solidFill>
          <a:ln w="12700" cap="flat" cmpd="sng" algn="ctr">
            <a:solidFill>
              <a:schemeClr val="tx1">
                <a:lumMod val="85098"/>
                <a:lumOff val="1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3798865" name=""/>
          <p:cNvSpPr txBox="1"/>
          <p:nvPr/>
        </p:nvSpPr>
        <p:spPr bwMode="auto">
          <a:xfrm rot="0" flipH="0" flipV="0">
            <a:off x="8095204" y="3398339"/>
            <a:ext cx="297909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rgbClr val="C00000"/>
                </a:solidFill>
                <a:latin typeface="CodeNewRoman Nerd Font Mono"/>
                <a:ea typeface="CodeNewRoman Nerd Font Mono"/>
                <a:cs typeface="CodeNewRoman Nerd Font Mono"/>
              </a:rPr>
              <a:t>python 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&gt;&gt; </a:t>
            </a:r>
            <a:r>
              <a:rPr>
                <a:solidFill>
                  <a:schemeClr val="accent4"/>
                </a:solidFill>
                <a:latin typeface="CodeNewRoman Nerd Font Mono"/>
                <a:ea typeface="CodeNewRoman Nerd Font Mono"/>
                <a:cs typeface="CodeNewRoman Nerd Font Mono"/>
              </a:rPr>
              <a:t>type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(</a:t>
            </a:r>
            <a:r>
              <a:rPr>
                <a:solidFill>
                  <a:schemeClr val="accent1"/>
                </a:solidFill>
                <a:latin typeface="CodeNewRoman Nerd Font Mono"/>
                <a:ea typeface="CodeNewRoman Nerd Font Mono"/>
                <a:cs typeface="CodeNewRoman Nerd Font Mono"/>
              </a:rPr>
              <a:t>x</a:t>
            </a: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)</a:t>
            </a:r>
            <a:endParaRPr>
              <a:solidFill>
                <a:schemeClr val="bg1"/>
              </a:solidFill>
              <a:latin typeface="CodeNewRoman Nerd Font Mono"/>
              <a:cs typeface="CodeNewRoman Nerd Font Mono"/>
            </a:endParaRPr>
          </a:p>
        </p:txBody>
      </p:sp>
      <p:sp>
        <p:nvSpPr>
          <p:cNvPr id="139743268" name=""/>
          <p:cNvSpPr txBox="1"/>
          <p:nvPr/>
        </p:nvSpPr>
        <p:spPr bwMode="auto">
          <a:xfrm rot="0" flipH="0" flipV="0">
            <a:off x="8150420" y="3846575"/>
            <a:ext cx="35645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&gt;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  <p:sp>
        <p:nvSpPr>
          <p:cNvPr id="1325976836" name=""/>
          <p:cNvSpPr txBox="1"/>
          <p:nvPr/>
        </p:nvSpPr>
        <p:spPr bwMode="auto">
          <a:xfrm rot="0" flipH="0" flipV="0">
            <a:off x="8426847" y="3846575"/>
            <a:ext cx="188943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  <a:latin typeface="CodeNewRoman Nerd Font Mono"/>
                <a:ea typeface="CodeNewRoman Nerd Font Mono"/>
                <a:cs typeface="CodeNewRoman Nerd Font Mono"/>
              </a:rPr>
              <a:t>dict</a:t>
            </a:r>
            <a:endParaRPr>
              <a:solidFill>
                <a:schemeClr val="bg1"/>
              </a:solidFill>
              <a:latin typeface="CodeNewRoman Nerd Font Mono"/>
              <a:ea typeface="CodeNewRoman Nerd Font Mono"/>
              <a:cs typeface="CodeNewRoman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0" advTm="500">
        <p159:morph option="byObject"/>
      </p:transition>
    </mc:Choice>
    <mc:Fallback>
      <p:transition spd="med"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98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698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9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325976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2025-10-24T13:05:42Z</dcterms:modified>
</cp:coreProperties>
</file>